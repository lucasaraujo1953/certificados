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04" r:id="rId2"/>
    <p:sldId id="273" r:id="rId3"/>
    <p:sldId id="293" r:id="rId4"/>
    <p:sldId id="294" r:id="rId5"/>
    <p:sldId id="295" r:id="rId6"/>
    <p:sldId id="297" r:id="rId7"/>
    <p:sldId id="303" r:id="rId8"/>
    <p:sldId id="296" r:id="rId9"/>
    <p:sldId id="302" r:id="rId10"/>
    <p:sldId id="305" r:id="rId11"/>
    <p:sldId id="298" r:id="rId12"/>
    <p:sldId id="300" r:id="rId13"/>
    <p:sldId id="301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137"/>
    <a:srgbClr val="FF3399"/>
    <a:srgbClr val="F37A19"/>
    <a:srgbClr val="0074C0"/>
    <a:srgbClr val="9D2172"/>
    <a:srgbClr val="FFCC00"/>
    <a:srgbClr val="B7322C"/>
    <a:srgbClr val="D94843"/>
    <a:srgbClr val="B9332D"/>
    <a:srgbClr val="DA4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259918-A293-4B0F-B85D-06024C02C1FC}" v="10" dt="2026-06-22T12:24:19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seixas" userId="7175386a5c2e70f3" providerId="LiveId" clId="{CD064BD7-48DE-441A-94EE-91F6D4139AAB}"/>
    <pc:docChg chg="undo custSel addSld modSld">
      <pc:chgData name="marcel seixas" userId="7175386a5c2e70f3" providerId="LiveId" clId="{CD064BD7-48DE-441A-94EE-91F6D4139AAB}" dt="2026-06-22T12:24:23.613" v="134" actId="1076"/>
      <pc:docMkLst>
        <pc:docMk/>
      </pc:docMkLst>
      <pc:sldChg chg="addSp delSp modSp mod">
        <pc:chgData name="marcel seixas" userId="7175386a5c2e70f3" providerId="LiveId" clId="{CD064BD7-48DE-441A-94EE-91F6D4139AAB}" dt="2026-06-22T12:16:45.737" v="39" actId="1076"/>
        <pc:sldMkLst>
          <pc:docMk/>
          <pc:sldMk cId="1981859983" sldId="302"/>
        </pc:sldMkLst>
        <pc:spChg chg="del">
          <ac:chgData name="marcel seixas" userId="7175386a5c2e70f3" providerId="LiveId" clId="{CD064BD7-48DE-441A-94EE-91F6D4139AAB}" dt="2026-06-22T12:16:25.627" v="37" actId="478"/>
          <ac:spMkLst>
            <pc:docMk/>
            <pc:sldMk cId="1981859983" sldId="302"/>
            <ac:spMk id="3" creationId="{91C920AF-16AF-89AE-8F00-03FADE813C56}"/>
          </ac:spMkLst>
        </pc:spChg>
        <pc:spChg chg="mod topLvl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4" creationId="{32263E37-57A6-3124-3951-D934AB53490A}"/>
          </ac:spMkLst>
        </pc:spChg>
        <pc:spChg chg="mod topLvl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5" creationId="{AEB007CC-7085-066E-54BF-6F9321222FAD}"/>
          </ac:spMkLst>
        </pc:spChg>
        <pc:spChg chg="mod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3" creationId="{3124E79B-8934-0BF7-9AFB-899A91517F30}"/>
          </ac:spMkLst>
        </pc:spChg>
        <pc:spChg chg="del">
          <ac:chgData name="marcel seixas" userId="7175386a5c2e70f3" providerId="LiveId" clId="{CD064BD7-48DE-441A-94EE-91F6D4139AAB}" dt="2026-06-22T12:14:51.197" v="2" actId="478"/>
          <ac:spMkLst>
            <pc:docMk/>
            <pc:sldMk cId="1981859983" sldId="302"/>
            <ac:spMk id="14" creationId="{DA3B6FE5-4AD2-B99A-F77E-F3CFF7CE0BD4}"/>
          </ac:spMkLst>
        </pc:spChg>
        <pc:spChg chg="del">
          <ac:chgData name="marcel seixas" userId="7175386a5c2e70f3" providerId="LiveId" clId="{CD064BD7-48DE-441A-94EE-91F6D4139AAB}" dt="2026-06-22T12:14:55.503" v="4" actId="478"/>
          <ac:spMkLst>
            <pc:docMk/>
            <pc:sldMk cId="1981859983" sldId="302"/>
            <ac:spMk id="25" creationId="{78B1D662-A578-3048-7B5E-B10E998FF514}"/>
          </ac:spMkLst>
        </pc:spChg>
        <pc:spChg chg="del">
          <ac:chgData name="marcel seixas" userId="7175386a5c2e70f3" providerId="LiveId" clId="{CD064BD7-48DE-441A-94EE-91F6D4139AAB}" dt="2026-06-22T12:15:03.886" v="8" actId="478"/>
          <ac:spMkLst>
            <pc:docMk/>
            <pc:sldMk cId="1981859983" sldId="302"/>
            <ac:spMk id="26" creationId="{DA5DC6CD-2E64-4276-357D-0007463241F2}"/>
          </ac:spMkLst>
        </pc:spChg>
        <pc:spChg chg="del">
          <ac:chgData name="marcel seixas" userId="7175386a5c2e70f3" providerId="LiveId" clId="{CD064BD7-48DE-441A-94EE-91F6D4139AAB}" dt="2026-06-22T12:16:25.627" v="37" actId="478"/>
          <ac:spMkLst>
            <pc:docMk/>
            <pc:sldMk cId="1981859983" sldId="302"/>
            <ac:spMk id="30" creationId="{46262FD3-3E1C-48BD-03B7-BB21D2F70B88}"/>
          </ac:spMkLst>
        </pc:spChg>
        <pc:spChg chg="del">
          <ac:chgData name="marcel seixas" userId="7175386a5c2e70f3" providerId="LiveId" clId="{CD064BD7-48DE-441A-94EE-91F6D4139AAB}" dt="2026-06-22T12:16:25.627" v="37" actId="478"/>
          <ac:spMkLst>
            <pc:docMk/>
            <pc:sldMk cId="1981859983" sldId="302"/>
            <ac:spMk id="31" creationId="{1020C076-D24D-8033-459A-0AFB57475697}"/>
          </ac:spMkLst>
        </pc:spChg>
        <pc:spChg chg="mod">
          <ac:chgData name="marcel seixas" userId="7175386a5c2e70f3" providerId="LiveId" clId="{CD064BD7-48DE-441A-94EE-91F6D4139AAB}" dt="2026-06-22T12:15:58.625" v="22" actId="1076"/>
          <ac:spMkLst>
            <pc:docMk/>
            <pc:sldMk cId="1981859983" sldId="302"/>
            <ac:spMk id="47" creationId="{80B911E7-BF31-CE60-C810-5DC769930C1F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49" creationId="{8CAD25EB-2EB7-D859-A791-84ECAEC24A6D}"/>
          </ac:spMkLst>
        </pc:spChg>
        <pc:spChg chg="mod">
          <ac:chgData name="marcel seixas" userId="7175386a5c2e70f3" providerId="LiveId" clId="{CD064BD7-48DE-441A-94EE-91F6D4139AAB}" dt="2026-06-22T12:16:21.530" v="36" actId="1076"/>
          <ac:spMkLst>
            <pc:docMk/>
            <pc:sldMk cId="1981859983" sldId="302"/>
            <ac:spMk id="51" creationId="{09F395C4-66A8-293F-51AC-868D15C60DAC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58" creationId="{1F6D16B1-40B2-A184-9B79-DEF54CA9FC33}"/>
          </ac:spMkLst>
        </pc:spChg>
        <pc:spChg chg="mod">
          <ac:chgData name="marcel seixas" userId="7175386a5c2e70f3" providerId="LiveId" clId="{CD064BD7-48DE-441A-94EE-91F6D4139AAB}" dt="2026-06-22T12:15:42.043" v="18" actId="14100"/>
          <ac:spMkLst>
            <pc:docMk/>
            <pc:sldMk cId="1981859983" sldId="302"/>
            <ac:spMk id="64" creationId="{474F929A-95AB-E1F1-5F9C-BB802E1730BA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77" creationId="{AE703BDF-AD3F-A829-944F-1719C3A97CA8}"/>
          </ac:spMkLst>
        </pc:spChg>
        <pc:spChg chg="mod">
          <ac:chgData name="marcel seixas" userId="7175386a5c2e70f3" providerId="LiveId" clId="{CD064BD7-48DE-441A-94EE-91F6D4139AAB}" dt="2026-06-22T12:15:47.550" v="19" actId="1076"/>
          <ac:spMkLst>
            <pc:docMk/>
            <pc:sldMk cId="1981859983" sldId="302"/>
            <ac:spMk id="78" creationId="{38AD96D2-476E-190E-AC25-C2C50C59A86C}"/>
          </ac:spMkLst>
        </pc:spChg>
        <pc:spChg chg="mod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92" creationId="{A436F47C-45F1-98FE-C631-5433B563D1F2}"/>
          </ac:spMkLst>
        </pc:spChg>
        <pc:spChg chg="mod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05" creationId="{27BEC3DE-B554-925D-05F8-C856681F1529}"/>
          </ac:spMkLst>
        </pc:spChg>
        <pc:spChg chg="mod topLvl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17" creationId="{5379D203-B40D-EE4A-98BF-16EC3C69F656}"/>
          </ac:spMkLst>
        </pc:spChg>
        <pc:spChg chg="mod topLvl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18" creationId="{B2B327DC-FB6E-994F-9ADD-4C6306791919}"/>
          </ac:spMkLst>
        </pc:spChg>
        <pc:spChg chg="mod topLvl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19" creationId="{BA02F009-D3C7-BEF7-3330-02CE2254CA8F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23" creationId="{8E39FC63-B71C-6E78-20D2-9D2C8C1A2D06}"/>
          </ac:spMkLst>
        </pc:spChg>
        <pc:spChg chg="mod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31" creationId="{AF03E7B8-FFB2-9F9B-6004-10923C6E4F44}"/>
          </ac:spMkLst>
        </pc:spChg>
        <pc:spChg chg="mod">
          <ac:chgData name="marcel seixas" userId="7175386a5c2e70f3" providerId="LiveId" clId="{CD064BD7-48DE-441A-94EE-91F6D4139AAB}" dt="2026-06-22T12:16:04.569" v="28" actId="20577"/>
          <ac:spMkLst>
            <pc:docMk/>
            <pc:sldMk cId="1981859983" sldId="302"/>
            <ac:spMk id="141" creationId="{8E5A9A92-61B1-9443-68E8-C1752208A911}"/>
          </ac:spMkLst>
        </pc:spChg>
        <pc:spChg chg="mod">
          <ac:chgData name="marcel seixas" userId="7175386a5c2e70f3" providerId="LiveId" clId="{CD064BD7-48DE-441A-94EE-91F6D4139AAB}" dt="2026-06-22T12:14:44.648" v="0" actId="165"/>
          <ac:spMkLst>
            <pc:docMk/>
            <pc:sldMk cId="1981859983" sldId="302"/>
            <ac:spMk id="146" creationId="{547225D1-6C7E-2A6A-BC9A-79AF497508EA}"/>
          </ac:spMkLst>
        </pc:spChg>
        <pc:spChg chg="mod">
          <ac:chgData name="marcel seixas" userId="7175386a5c2e70f3" providerId="LiveId" clId="{CD064BD7-48DE-441A-94EE-91F6D4139AAB}" dt="2026-06-22T12:16:08.010" v="32" actId="20577"/>
          <ac:spMkLst>
            <pc:docMk/>
            <pc:sldMk cId="1981859983" sldId="302"/>
            <ac:spMk id="148" creationId="{C0B15066-5DAE-D4E0-977F-999E0AB54769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52" creationId="{1E94F016-662E-BF22-2482-6755AF2C5588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56" creationId="{0D21D79B-5C16-831C-1966-6DA7DCD67BA2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59" creationId="{5C664B41-3F7C-D067-5A9E-756B8937368F}"/>
          </ac:spMkLst>
        </pc:spChg>
        <pc:spChg chg="mod">
          <ac:chgData name="marcel seixas" userId="7175386a5c2e70f3" providerId="LiveId" clId="{CD064BD7-48DE-441A-94EE-91F6D4139AAB}" dt="2026-06-22T12:16:01.736" v="26" actId="20577"/>
          <ac:spMkLst>
            <pc:docMk/>
            <pc:sldMk cId="1981859983" sldId="302"/>
            <ac:spMk id="192" creationId="{19A76F94-599D-7BF1-A0EB-D81B95C3B3AE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95" creationId="{94E8B28B-1823-BA03-EF84-DF5D9BBEA000}"/>
          </ac:spMkLst>
        </pc:spChg>
        <pc:spChg chg="mod">
          <ac:chgData name="marcel seixas" userId="7175386a5c2e70f3" providerId="LiveId" clId="{CD064BD7-48DE-441A-94EE-91F6D4139AAB}" dt="2026-06-22T12:16:35.111" v="38" actId="164"/>
          <ac:spMkLst>
            <pc:docMk/>
            <pc:sldMk cId="1981859983" sldId="302"/>
            <ac:spMk id="196" creationId="{94A7B489-59EB-9078-CCFD-007C5282C9D2}"/>
          </ac:spMkLst>
        </pc:spChg>
        <pc:grpChg chg="del">
          <ac:chgData name="marcel seixas" userId="7175386a5c2e70f3" providerId="LiveId" clId="{CD064BD7-48DE-441A-94EE-91F6D4139AAB}" dt="2026-06-22T12:16:25.627" v="37" actId="478"/>
          <ac:grpSpMkLst>
            <pc:docMk/>
            <pc:sldMk cId="1981859983" sldId="302"/>
            <ac:grpSpMk id="9" creationId="{CD450433-3284-840D-647E-E46CACF16851}"/>
          </ac:grpSpMkLst>
        </pc:grpChg>
        <pc:grpChg chg="del">
          <ac:chgData name="marcel seixas" userId="7175386a5c2e70f3" providerId="LiveId" clId="{CD064BD7-48DE-441A-94EE-91F6D4139AAB}" dt="2026-06-22T12:14:52.329" v="3" actId="478"/>
          <ac:grpSpMkLst>
            <pc:docMk/>
            <pc:sldMk cId="1981859983" sldId="302"/>
            <ac:grpSpMk id="17" creationId="{3632F25C-66D2-F8CC-98DB-123D55D424B0}"/>
          </ac:grpSpMkLst>
        </pc:grpChg>
        <pc:grpChg chg="mod">
          <ac:chgData name="marcel seixas" userId="7175386a5c2e70f3" providerId="LiveId" clId="{CD064BD7-48DE-441A-94EE-91F6D4139AAB}" dt="2026-06-22T12:16:45.737" v="39" actId="1076"/>
          <ac:grpSpMkLst>
            <pc:docMk/>
            <pc:sldMk cId="1981859983" sldId="302"/>
            <ac:grpSpMk id="34" creationId="{54915D60-DEA3-FA73-1447-D79FC8644D7E}"/>
          </ac:grpSpMkLst>
        </pc:grpChg>
        <pc:picChg chg="del">
          <ac:chgData name="marcel seixas" userId="7175386a5c2e70f3" providerId="LiveId" clId="{CD064BD7-48DE-441A-94EE-91F6D4139AAB}" dt="2026-06-22T12:16:25.627" v="37" actId="478"/>
          <ac:picMkLst>
            <pc:docMk/>
            <pc:sldMk cId="1981859983" sldId="302"/>
            <ac:picMk id="7" creationId="{50923B4D-F5B3-FA8A-0F21-B4EBD5B5FADE}"/>
          </ac:picMkLst>
        </pc:picChg>
        <pc:picChg chg="del">
          <ac:chgData name="marcel seixas" userId="7175386a5c2e70f3" providerId="LiveId" clId="{CD064BD7-48DE-441A-94EE-91F6D4139AAB}" dt="2026-06-22T12:14:48.853" v="1" actId="478"/>
          <ac:picMkLst>
            <pc:docMk/>
            <pc:sldMk cId="1981859983" sldId="302"/>
            <ac:picMk id="15" creationId="{03D69BBF-FA92-BB83-D4B5-8B4BE91656F3}"/>
          </ac:picMkLst>
        </pc:picChg>
        <pc:picChg chg="del">
          <ac:chgData name="marcel seixas" userId="7175386a5c2e70f3" providerId="LiveId" clId="{CD064BD7-48DE-441A-94EE-91F6D4139AAB}" dt="2026-06-22T12:14:59.841" v="6" actId="478"/>
          <ac:picMkLst>
            <pc:docMk/>
            <pc:sldMk cId="1981859983" sldId="302"/>
            <ac:picMk id="24" creationId="{5CC07DC2-69D7-8F02-5A47-A29151F0F340}"/>
          </ac:picMkLst>
        </pc:picChg>
        <pc:picChg chg="del">
          <ac:chgData name="marcel seixas" userId="7175386a5c2e70f3" providerId="LiveId" clId="{CD064BD7-48DE-441A-94EE-91F6D4139AAB}" dt="2026-06-22T12:16:25.627" v="37" actId="478"/>
          <ac:picMkLst>
            <pc:docMk/>
            <pc:sldMk cId="1981859983" sldId="302"/>
            <ac:picMk id="29" creationId="{20226D20-4B63-33B8-68AF-D3E798EF44CC}"/>
          </ac:picMkLst>
        </pc:picChg>
        <pc:cxnChg chg="del">
          <ac:chgData name="marcel seixas" userId="7175386a5c2e70f3" providerId="LiveId" clId="{CD064BD7-48DE-441A-94EE-91F6D4139AAB}" dt="2026-06-22T12:16:25.627" v="37" actId="478"/>
          <ac:cxnSpMkLst>
            <pc:docMk/>
            <pc:sldMk cId="1981859983" sldId="302"/>
            <ac:cxnSpMk id="8" creationId="{60E20226-E67E-24A6-CC92-766136CCD6BE}"/>
          </ac:cxnSpMkLst>
        </pc:cxnChg>
        <pc:cxnChg chg="del">
          <ac:chgData name="marcel seixas" userId="7175386a5c2e70f3" providerId="LiveId" clId="{CD064BD7-48DE-441A-94EE-91F6D4139AAB}" dt="2026-06-22T12:14:57.003" v="5" actId="478"/>
          <ac:cxnSpMkLst>
            <pc:docMk/>
            <pc:sldMk cId="1981859983" sldId="302"/>
            <ac:cxnSpMk id="16" creationId="{E5ACAC41-A32E-2A59-C0DE-15C2332497FF}"/>
          </ac:cxnSpMkLst>
        </pc:cxnChg>
        <pc:cxnChg chg="del">
          <ac:chgData name="marcel seixas" userId="7175386a5c2e70f3" providerId="LiveId" clId="{CD064BD7-48DE-441A-94EE-91F6D4139AAB}" dt="2026-06-22T12:15:01.626" v="7" actId="478"/>
          <ac:cxnSpMkLst>
            <pc:docMk/>
            <pc:sldMk cId="1981859983" sldId="302"/>
            <ac:cxnSpMk id="23" creationId="{717E6F19-7146-93D8-9A70-61A75493DF9B}"/>
          </ac:cxnSpMkLst>
        </pc:cxnChg>
        <pc:cxnChg chg="del">
          <ac:chgData name="marcel seixas" userId="7175386a5c2e70f3" providerId="LiveId" clId="{CD064BD7-48DE-441A-94EE-91F6D4139AAB}" dt="2026-06-22T12:16:25.627" v="37" actId="478"/>
          <ac:cxnSpMkLst>
            <pc:docMk/>
            <pc:sldMk cId="1981859983" sldId="302"/>
            <ac:cxnSpMk id="28" creationId="{9E0DF351-F653-9B58-64C5-CF9132844517}"/>
          </ac:cxnSpMkLst>
        </pc:cxnChg>
        <pc:cxnChg chg="add mod">
          <ac:chgData name="marcel seixas" userId="7175386a5c2e70f3" providerId="LiveId" clId="{CD064BD7-48DE-441A-94EE-91F6D4139AAB}" dt="2026-06-22T12:15:52.702" v="21" actId="571"/>
          <ac:cxnSpMkLst>
            <pc:docMk/>
            <pc:sldMk cId="1981859983" sldId="302"/>
            <ac:cxnSpMk id="32" creationId="{24FE11C8-F5E3-A1D6-AB02-F89A942A7929}"/>
          </ac:cxnSpMkLst>
        </pc:cxnChg>
        <pc:cxnChg chg="mod">
          <ac:chgData name="marcel seixas" userId="7175386a5c2e70f3" providerId="LiveId" clId="{CD064BD7-48DE-441A-94EE-91F6D4139AAB}" dt="2026-06-22T12:16:14.247" v="33" actId="14100"/>
          <ac:cxnSpMkLst>
            <pc:docMk/>
            <pc:sldMk cId="1981859983" sldId="302"/>
            <ac:cxnSpMk id="121" creationId="{EC71DBB5-9EE4-E3A4-2B30-1EA5863102D2}"/>
          </ac:cxnSpMkLst>
        </pc:cxnChg>
      </pc:sldChg>
      <pc:sldChg chg="addSp delSp modSp add mod">
        <pc:chgData name="marcel seixas" userId="7175386a5c2e70f3" providerId="LiveId" clId="{CD064BD7-48DE-441A-94EE-91F6D4139AAB}" dt="2026-06-22T12:24:23.613" v="134" actId="1076"/>
        <pc:sldMkLst>
          <pc:docMk/>
          <pc:sldMk cId="2468457412" sldId="305"/>
        </pc:sldMkLst>
        <pc:spChg chg="add mod">
          <ac:chgData name="marcel seixas" userId="7175386a5c2e70f3" providerId="LiveId" clId="{CD064BD7-48DE-441A-94EE-91F6D4139AAB}" dt="2026-06-22T12:22:52.294" v="90" actId="1076"/>
          <ac:spMkLst>
            <pc:docMk/>
            <pc:sldMk cId="2468457412" sldId="305"/>
            <ac:spMk id="3" creationId="{1F856182-8D3F-9F7C-9445-05E443A3F7B9}"/>
          </ac:spMkLst>
        </pc:spChg>
        <pc:spChg chg="add mod">
          <ac:chgData name="marcel seixas" userId="7175386a5c2e70f3" providerId="LiveId" clId="{CD064BD7-48DE-441A-94EE-91F6D4139AAB}" dt="2026-06-22T12:22:52.294" v="90" actId="1076"/>
          <ac:spMkLst>
            <pc:docMk/>
            <pc:sldMk cId="2468457412" sldId="305"/>
            <ac:spMk id="8" creationId="{213BA96B-5F07-088E-51AF-0687AE7B9CD1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10" creationId="{52A87667-7DF0-E8AF-5C41-107E83B2A6EF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12" creationId="{6CDE471E-F8A7-42F4-BCBA-BFAB89FD298D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18" creationId="{0911A330-50A3-3FCA-2A4C-896E4145148F}"/>
          </ac:spMkLst>
        </pc:spChg>
        <pc:spChg chg="add mod">
          <ac:chgData name="marcel seixas" userId="7175386a5c2e70f3" providerId="LiveId" clId="{CD064BD7-48DE-441A-94EE-91F6D4139AAB}" dt="2026-06-22T12:23:27.293" v="120" actId="1076"/>
          <ac:spMkLst>
            <pc:docMk/>
            <pc:sldMk cId="2468457412" sldId="305"/>
            <ac:spMk id="20" creationId="{3AB67D82-950B-FCA9-1D40-4429302B956C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21" creationId="{DC288708-4EB9-399B-6ABF-B10330A1413E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22" creationId="{F5F83230-8FE2-1136-9327-699EFC4D1145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23" creationId="{A1B292A5-78A8-D8D3-0550-AE0799FA5866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24" creationId="{7C346A55-E324-9222-CDCF-38B87F744C7D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25" creationId="{58729132-6678-9FEC-C483-C603FEE681A2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26" creationId="{641587C7-7F26-8061-787E-18E005FF99E6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27" creationId="{292B8BE2-61FB-430A-8B9D-3A4A86B67EDF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28" creationId="{D638912C-898B-531F-E523-431E9DEB9B8A}"/>
          </ac:spMkLst>
        </pc:spChg>
        <pc:spChg chg="add mod">
          <ac:chgData name="marcel seixas" userId="7175386a5c2e70f3" providerId="LiveId" clId="{CD064BD7-48DE-441A-94EE-91F6D4139AAB}" dt="2026-06-22T12:23:39.186" v="122" actId="1076"/>
          <ac:spMkLst>
            <pc:docMk/>
            <pc:sldMk cId="2468457412" sldId="305"/>
            <ac:spMk id="32" creationId="{A4BA0C5F-4CE2-97D6-66A5-6FDBB48ED5CF}"/>
          </ac:spMkLst>
        </pc:spChg>
        <pc:spChg chg="add 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33" creationId="{B6227ADF-B241-C0F5-2D5F-00F1B8509FD7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35" creationId="{B89093BF-04D0-FFB9-69E8-57F2F49F6B21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38" creationId="{95B1B5E3-016D-37F9-8B85-E2C142406246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41" creationId="{7AA54060-CAD7-803F-0281-F88ACBF4ADAF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43" creationId="{B5450C46-7715-0033-5F2D-CDF91C83779F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46" creationId="{839C986F-0AFC-81C1-AF2B-9E6927BF3A6A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50" creationId="{9FB783A3-3C3F-1AE8-FAB7-358203CB4B2B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53" creationId="{8CFB433C-626E-22BC-CC6E-5E0D22728867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56" creationId="{1592E5CD-27F8-DC0E-B556-5C1643393F86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57" creationId="{03508D59-A673-97FF-AA08-F978FA35BF9A}"/>
          </ac:spMkLst>
        </pc:spChg>
        <pc:spChg chg="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59" creationId="{922D8A7F-F596-F3F9-D6B0-28DCAA8A7476}"/>
          </ac:spMkLst>
        </pc:spChg>
        <pc:spChg chg="mod">
          <ac:chgData name="marcel seixas" userId="7175386a5c2e70f3" providerId="LiveId" clId="{CD064BD7-48DE-441A-94EE-91F6D4139AAB}" dt="2026-06-22T12:22:32.170" v="89" actId="14100"/>
          <ac:spMkLst>
            <pc:docMk/>
            <pc:sldMk cId="2468457412" sldId="305"/>
            <ac:spMk id="60" creationId="{C4CDBDEA-5CF4-A9C2-6103-3A759C4D3297}"/>
          </ac:spMkLst>
        </pc:spChg>
        <pc:spChg chg="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61" creationId="{B6444CA5-1B2C-A48B-D96D-DA9F604BC17C}"/>
          </ac:spMkLst>
        </pc:spChg>
        <pc:spChg chg="mod">
          <ac:chgData name="marcel seixas" userId="7175386a5c2e70f3" providerId="LiveId" clId="{CD064BD7-48DE-441A-94EE-91F6D4139AAB}" dt="2026-06-22T12:20:45.507" v="45" actId="1076"/>
          <ac:spMkLst>
            <pc:docMk/>
            <pc:sldMk cId="2468457412" sldId="305"/>
            <ac:spMk id="63" creationId="{02C2B148-6F4B-8B94-1EF7-EC1BB957FDE4}"/>
          </ac:spMkLst>
        </pc:spChg>
        <pc:spChg chg="mod">
          <ac:chgData name="marcel seixas" userId="7175386a5c2e70f3" providerId="LiveId" clId="{CD064BD7-48DE-441A-94EE-91F6D4139AAB}" dt="2026-06-22T12:23:45.286" v="123" actId="1076"/>
          <ac:spMkLst>
            <pc:docMk/>
            <pc:sldMk cId="2468457412" sldId="305"/>
            <ac:spMk id="65" creationId="{5BFE07D5-85C6-7DA7-8B80-9E7FDFD99375}"/>
          </ac:spMkLst>
        </pc:spChg>
        <pc:spChg chg="add mod">
          <ac:chgData name="marcel seixas" userId="7175386a5c2e70f3" providerId="LiveId" clId="{CD064BD7-48DE-441A-94EE-91F6D4139AAB}" dt="2026-06-22T12:23:50.308" v="125" actId="1076"/>
          <ac:spMkLst>
            <pc:docMk/>
            <pc:sldMk cId="2468457412" sldId="305"/>
            <ac:spMk id="70" creationId="{46A5183C-0AF0-FFD0-82E5-88A4F1FA7055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75" creationId="{3763381B-A900-02AB-99D8-7CFC8585DDF7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79" creationId="{8AC38C9C-1ABE-BFA6-C7AF-4ACBC166ED4F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80" creationId="{7EC919C4-6A95-54FE-AE31-E4FEE3B5692C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63" creationId="{41483662-CCC2-805B-BEA1-1FD99FCC933D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65" creationId="{FC9E0DF0-8522-6ED7-3205-242C138E7E44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66" creationId="{31C33FCC-F0ED-8C97-AF84-2ADFFE70A54A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67" creationId="{FFCE4E94-FB2E-7745-E2C7-DD39D7E8B1E5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70" creationId="{146B7D9D-FCA1-4F4C-23CC-F6388AD85FA9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71" creationId="{79E4C1D9-DB39-07A9-0FBD-1FB88C70DFD4}"/>
          </ac:spMkLst>
        </pc:spChg>
        <pc:spChg chg="add mod">
          <ac:chgData name="marcel seixas" userId="7175386a5c2e70f3" providerId="LiveId" clId="{CD064BD7-48DE-441A-94EE-91F6D4139AAB}" dt="2026-06-22T12:23:59.642" v="127" actId="1076"/>
          <ac:spMkLst>
            <pc:docMk/>
            <pc:sldMk cId="2468457412" sldId="305"/>
            <ac:spMk id="175" creationId="{85A14849-5B39-6DC8-0F5F-E9664C7DA9A7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177" creationId="{D6755B15-ACF1-CCF0-9CB0-6837E6BE65D4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180" creationId="{C397D7FF-E351-E985-0C32-3229D0AAB803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0" creationId="{180C7F78-BBAC-B70C-70FA-90036D9E5FB1}"/>
          </ac:spMkLst>
        </pc:spChg>
        <pc:spChg chg="del">
          <ac:chgData name="marcel seixas" userId="7175386a5c2e70f3" providerId="LiveId" clId="{CD064BD7-48DE-441A-94EE-91F6D4139AAB}" dt="2026-06-22T12:20:40.774" v="44" actId="478"/>
          <ac:spMkLst>
            <pc:docMk/>
            <pc:sldMk cId="2468457412" sldId="305"/>
            <ac:spMk id="202" creationId="{94167E85-5492-3D06-EFF4-AE346FACF8CD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3" creationId="{D201E847-86EE-4B01-C3F6-9C31CE15302D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4" creationId="{CC72E2D3-9A99-BCAD-2F1C-A43558754AFE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5" creationId="{3E9D4814-CFFE-B12B-9A7A-777C1CED2364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6" creationId="{7302531A-E465-D301-F40E-9233BB939580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7" creationId="{D411CFC4-0E9B-8E8E-E837-D6A4833B1BD2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08" creationId="{3DD2C784-8880-DF45-F425-17767EDB99BA}"/>
          </ac:spMkLst>
        </pc:spChg>
        <pc:spChg chg="add mod">
          <ac:chgData name="marcel seixas" userId="7175386a5c2e70f3" providerId="LiveId" clId="{CD064BD7-48DE-441A-94EE-91F6D4139AAB}" dt="2026-06-22T12:24:08.335" v="130" actId="1076"/>
          <ac:spMkLst>
            <pc:docMk/>
            <pc:sldMk cId="2468457412" sldId="305"/>
            <ac:spMk id="215" creationId="{4607F64F-5D49-DD84-8D87-6424E4451C14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18" creationId="{DC245087-C12A-42E3-8BD9-76B610A987B1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19" creationId="{599CEE00-8C08-8C68-15F1-668FC96892B5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24" creationId="{3F0433B3-EA62-EAFF-A102-7DFD34B87CF2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25" creationId="{FAEB4B90-570C-6065-1E04-9B5D69A0D8DD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30" creationId="{22357244-413A-C513-7849-40500616C3AA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31" creationId="{D2CA1A19-A86E-26B9-B455-DE2C7E70BAB2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32" creationId="{4EBF363C-E533-33B7-9ED4-0E105BF8FABF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33" creationId="{0005330B-20E4-B421-C4B4-C9057FC5A22A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37" creationId="{4842A4B3-7CEC-3034-D054-BE8795430A9A}"/>
          </ac:spMkLst>
        </pc:spChg>
        <pc:spChg chg="add mod">
          <ac:chgData name="marcel seixas" userId="7175386a5c2e70f3" providerId="LiveId" clId="{CD064BD7-48DE-441A-94EE-91F6D4139AAB}" dt="2026-06-22T12:24:13.907" v="132" actId="1076"/>
          <ac:spMkLst>
            <pc:docMk/>
            <pc:sldMk cId="2468457412" sldId="305"/>
            <ac:spMk id="241" creationId="{5612C23F-DE37-F5EC-0D47-5328EE956FD2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45" creationId="{9F762A79-C56B-70FD-AAC0-D3AF081CF5E4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46" creationId="{0CEB1317-FDBD-9541-6314-562B4B3130F5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48" creationId="{DBA87DDD-CBD0-0786-60FF-F1BB8748C7BC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49" creationId="{4D3DF40D-DF8B-41CD-664C-159DA4237032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51" creationId="{26CFD342-FF0A-00CE-3504-FAA6582349BB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55" creationId="{8CF0E18D-7BA2-480E-0D2B-3F1EDC4B9361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56" creationId="{25A94A53-5D57-EA0A-D2E0-713B477F07D0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61" creationId="{24EC84E0-0F23-0CE7-A85D-8130CF8BF326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64" creationId="{BFE8ADB8-54C7-46D0-3ED9-7B78D5603EFC}"/>
          </ac:spMkLst>
        </pc:spChg>
        <pc:spChg chg="add mod">
          <ac:chgData name="marcel seixas" userId="7175386a5c2e70f3" providerId="LiveId" clId="{CD064BD7-48DE-441A-94EE-91F6D4139AAB}" dt="2026-06-22T12:24:23.613" v="134" actId="1076"/>
          <ac:spMkLst>
            <pc:docMk/>
            <pc:sldMk cId="2468457412" sldId="305"/>
            <ac:spMk id="267" creationId="{26E84EB0-4A9D-64F3-F333-34B8D2208EA9}"/>
          </ac:spMkLst>
        </pc:spChg>
        <pc:grpChg chg="del">
          <ac:chgData name="marcel seixas" userId="7175386a5c2e70f3" providerId="LiveId" clId="{CD064BD7-48DE-441A-94EE-91F6D4139AAB}" dt="2026-06-22T12:17:10.018" v="41" actId="478"/>
          <ac:grpSpMkLst>
            <pc:docMk/>
            <pc:sldMk cId="2468457412" sldId="305"/>
            <ac:grpSpMk id="34" creationId="{2B2AE687-D777-9A3B-3E22-441D0016F6A8}"/>
          </ac:grpSpMkLst>
        </pc:grpChg>
        <pc:picChg chg="del">
          <ac:chgData name="marcel seixas" userId="7175386a5c2e70f3" providerId="LiveId" clId="{CD064BD7-48DE-441A-94EE-91F6D4139AAB}" dt="2026-06-22T12:20:37.019" v="42" actId="478"/>
          <ac:picMkLst>
            <pc:docMk/>
            <pc:sldMk cId="2468457412" sldId="305"/>
            <ac:picMk id="201" creationId="{5840FF67-471E-0457-C698-C1A99535D518}"/>
          </ac:picMkLst>
        </pc:picChg>
        <pc:cxnChg chg="add mod">
          <ac:chgData name="marcel seixas" userId="7175386a5c2e70f3" providerId="LiveId" clId="{CD064BD7-48DE-441A-94EE-91F6D4139AAB}" dt="2026-06-22T12:22:52.294" v="90" actId="1076"/>
          <ac:cxnSpMkLst>
            <pc:docMk/>
            <pc:sldMk cId="2468457412" sldId="305"/>
            <ac:cxnSpMk id="14" creationId="{46D0F5DB-CB22-69E3-6C25-A32189961601}"/>
          </ac:cxnSpMkLst>
        </pc:cxnChg>
        <pc:cxnChg chg="add mod">
          <ac:chgData name="marcel seixas" userId="7175386a5c2e70f3" providerId="LiveId" clId="{CD064BD7-48DE-441A-94EE-91F6D4139AAB}" dt="2026-06-22T12:22:52.294" v="90" actId="1076"/>
          <ac:cxnSpMkLst>
            <pc:docMk/>
            <pc:sldMk cId="2468457412" sldId="305"/>
            <ac:cxnSpMk id="16" creationId="{E501F1A2-6A2A-03B1-D1AE-66A85BEB0E97}"/>
          </ac:cxnSpMkLst>
        </pc:cxnChg>
        <pc:cxnChg chg="mod">
          <ac:chgData name="marcel seixas" userId="7175386a5c2e70f3" providerId="LiveId" clId="{CD064BD7-48DE-441A-94EE-91F6D4139AAB}" dt="2026-06-22T12:17:10.018" v="41" actId="478"/>
          <ac:cxnSpMkLst>
            <pc:docMk/>
            <pc:sldMk cId="2468457412" sldId="305"/>
            <ac:cxnSpMk id="96" creationId="{01509856-8F8A-14FB-3C1F-04DBBB3B4FAD}"/>
          </ac:cxnSpMkLst>
        </pc:cxnChg>
        <pc:cxnChg chg="mod">
          <ac:chgData name="marcel seixas" userId="7175386a5c2e70f3" providerId="LiveId" clId="{CD064BD7-48DE-441A-94EE-91F6D4139AAB}" dt="2026-06-22T12:17:10.018" v="41" actId="478"/>
          <ac:cxnSpMkLst>
            <pc:docMk/>
            <pc:sldMk cId="2468457412" sldId="305"/>
            <ac:cxnSpMk id="135" creationId="{DA3F1454-6753-77B9-6E3E-E3948642D156}"/>
          </ac:cxnSpMkLst>
        </pc:cxnChg>
        <pc:cxnChg chg="del">
          <ac:chgData name="marcel seixas" userId="7175386a5c2e70f3" providerId="LiveId" clId="{CD064BD7-48DE-441A-94EE-91F6D4139AAB}" dt="2026-06-22T12:20:38.606" v="43" actId="478"/>
          <ac:cxnSpMkLst>
            <pc:docMk/>
            <pc:sldMk cId="2468457412" sldId="305"/>
            <ac:cxnSpMk id="149" creationId="{E0074C03-C732-9ED4-87D2-9DB243751EE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E39B6-BEEE-4FDD-98B8-ACEE6F15A736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8CC1B-370D-45D5-B3F8-DAB60FC37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60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1pPr>
    <a:lvl2pPr marL="402282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2pPr>
    <a:lvl3pPr marL="804565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3pPr>
    <a:lvl4pPr marL="1206848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4pPr>
    <a:lvl5pPr marL="1609131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5pPr>
    <a:lvl6pPr marL="2011413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6pPr>
    <a:lvl7pPr marL="2413695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7pPr>
    <a:lvl8pPr marL="2815978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8pPr>
    <a:lvl9pPr marL="3218261" algn="l" defTabSz="804565" rtl="0" eaLnBrk="1" latinLnBrk="0" hangingPunct="1">
      <a:defRPr sz="10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14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99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20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5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92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20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46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34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73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78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96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A5711-6105-46FE-91C8-6DDA711952F2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EA6CC-2A36-4856-BB23-89589CD99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09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01E5FD8-72C2-8DA5-D642-FD83FC4CD336}"/>
              </a:ext>
            </a:extLst>
          </p:cNvPr>
          <p:cNvCxnSpPr>
            <a:cxnSpLocks/>
          </p:cNvCxnSpPr>
          <p:nvPr/>
        </p:nvCxnSpPr>
        <p:spPr>
          <a:xfrm>
            <a:off x="3411873" y="1189631"/>
            <a:ext cx="0" cy="357571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3E7E77FA-96E7-4A33-7331-1428E482B644}"/>
              </a:ext>
            </a:extLst>
          </p:cNvPr>
          <p:cNvGrpSpPr/>
          <p:nvPr/>
        </p:nvGrpSpPr>
        <p:grpSpPr>
          <a:xfrm>
            <a:off x="2236317" y="4110251"/>
            <a:ext cx="2221435" cy="4718015"/>
            <a:chOff x="3574701" y="4812741"/>
            <a:chExt cx="1342712" cy="313979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0CE0F52-21DC-EF76-2787-8268BA9CE18D}"/>
                </a:ext>
              </a:extLst>
            </p:cNvPr>
            <p:cNvSpPr/>
            <p:nvPr/>
          </p:nvSpPr>
          <p:spPr>
            <a:xfrm>
              <a:off x="4072757" y="6721052"/>
              <a:ext cx="425860" cy="1231485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AC4F971-88E1-D157-0898-A5F62289F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574701" y="5725626"/>
              <a:ext cx="1342712" cy="1177868"/>
            </a:xfrm>
            <a:prstGeom prst="rect">
              <a:avLst/>
            </a:prstGeom>
          </p:spPr>
        </p:pic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4F7A6B5D-C7AE-6C0B-ADE1-EF3FD62B0B01}"/>
                </a:ext>
              </a:extLst>
            </p:cNvPr>
            <p:cNvGrpSpPr/>
            <p:nvPr/>
          </p:nvGrpSpPr>
          <p:grpSpPr>
            <a:xfrm>
              <a:off x="3754964" y="4812741"/>
              <a:ext cx="1057302" cy="1034554"/>
              <a:chOff x="342415" y="3557834"/>
              <a:chExt cx="1220448" cy="1202016"/>
            </a:xfrm>
          </p:grpSpPr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371E1E3E-33B3-1EB0-7CE3-C08687C4773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Trapezoide 9">
                <a:extLst>
                  <a:ext uri="{FF2B5EF4-FFF2-40B4-BE49-F238E27FC236}">
                    <a16:creationId xmlns:a16="http://schemas.microsoft.com/office/drawing/2014/main" id="{35D87613-AEA6-2F70-8E6A-301A4D45480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03489399-0B72-6A75-F18B-925035B2AC11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0BA8DD4-CC13-2100-345B-EA29B92EFEF6}"/>
                  </a:ext>
                </a:extLst>
              </p:cNvPr>
              <p:cNvSpPr txBox="1"/>
              <p:nvPr/>
            </p:nvSpPr>
            <p:spPr>
              <a:xfrm>
                <a:off x="342415" y="3590437"/>
                <a:ext cx="1220448" cy="288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000" dirty="0">
                    <a:latin typeface="Manrope ExtraBold" pitchFamily="2" charset="0"/>
                  </a:rPr>
                  <a:t>ATENÇÃO</a:t>
                </a:r>
                <a:endParaRPr lang="pt-BR" dirty="0">
                  <a:latin typeface="Manrope ExtraBold" pitchFamily="2" charset="0"/>
                </a:endParaRP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41B915C-6CC0-A081-49A2-0CD96C055CAE}"/>
                  </a:ext>
                </a:extLst>
              </p:cNvPr>
              <p:cNvSpPr txBox="1"/>
              <p:nvPr/>
            </p:nvSpPr>
            <p:spPr>
              <a:xfrm>
                <a:off x="537457" y="4149235"/>
                <a:ext cx="855324" cy="421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3200" dirty="0">
                    <a:latin typeface="Manrope ExtraBold" pitchFamily="2" charset="0"/>
                  </a:rPr>
                  <a:t>N° 0</a:t>
                </a:r>
                <a:endParaRPr lang="pt-BR" sz="3600" dirty="0">
                  <a:latin typeface="Manrope ExtraBold" pitchFamily="2" charset="0"/>
                </a:endParaRPr>
              </a:p>
            </p:txBody>
          </p:sp>
        </p:grpSp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DAE74BF0-0B30-6CEC-6644-AFA4EF544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2824235" y="2308574"/>
            <a:ext cx="1147196" cy="127282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B673184-143C-80D9-6784-28445B5991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2512071" y="453544"/>
            <a:ext cx="1833145" cy="1421722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FAB05AB-1C6F-66B3-7254-011710A3DB71}"/>
              </a:ext>
            </a:extLst>
          </p:cNvPr>
          <p:cNvCxnSpPr>
            <a:cxnSpLocks/>
          </p:cNvCxnSpPr>
          <p:nvPr/>
        </p:nvCxnSpPr>
        <p:spPr>
          <a:xfrm>
            <a:off x="4089709" y="2156949"/>
            <a:ext cx="1833145" cy="0"/>
          </a:xfrm>
          <a:prstGeom prst="straightConnector1">
            <a:avLst/>
          </a:prstGeom>
          <a:ln w="57150">
            <a:solidFill>
              <a:srgbClr val="9D21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9422C0F5-7947-12E2-19D5-2DB4464BDC32}"/>
              </a:ext>
            </a:extLst>
          </p:cNvPr>
          <p:cNvCxnSpPr>
            <a:cxnSpLocks/>
          </p:cNvCxnSpPr>
          <p:nvPr/>
        </p:nvCxnSpPr>
        <p:spPr>
          <a:xfrm>
            <a:off x="5254241" y="4681261"/>
            <a:ext cx="640332" cy="0"/>
          </a:xfrm>
          <a:prstGeom prst="straightConnector1">
            <a:avLst/>
          </a:prstGeom>
          <a:ln w="57150">
            <a:solidFill>
              <a:srgbClr val="DCE1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7A74159-D32F-5E27-A239-162CBB6B28BD}"/>
              </a:ext>
            </a:extLst>
          </p:cNvPr>
          <p:cNvSpPr/>
          <p:nvPr/>
        </p:nvSpPr>
        <p:spPr>
          <a:xfrm>
            <a:off x="6199656" y="919459"/>
            <a:ext cx="3063737" cy="1976139"/>
          </a:xfrm>
          <a:prstGeom prst="roundRect">
            <a:avLst/>
          </a:prstGeom>
          <a:solidFill>
            <a:srgbClr val="9D2172">
              <a:alpha val="29000"/>
            </a:srgbClr>
          </a:solidFill>
          <a:ln w="38100">
            <a:solidFill>
              <a:srgbClr val="9D217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FF01E8-7274-99B9-2CBA-AA893441EEC9}"/>
              </a:ext>
            </a:extLst>
          </p:cNvPr>
          <p:cNvSpPr txBox="1"/>
          <p:nvPr/>
        </p:nvSpPr>
        <p:spPr>
          <a:xfrm>
            <a:off x="6403611" y="1189631"/>
            <a:ext cx="27404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Manrope ExtraBold" pitchFamily="2" charset="0"/>
              </a:rPr>
              <a:t>COMUNICAÇÃO DO MÓDULO COM A CENTRAL NOTIFIER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D7D91C8-6A62-78D7-F17D-43C1B6DE0DE3}"/>
              </a:ext>
            </a:extLst>
          </p:cNvPr>
          <p:cNvSpPr/>
          <p:nvPr/>
        </p:nvSpPr>
        <p:spPr>
          <a:xfrm>
            <a:off x="6199656" y="3839571"/>
            <a:ext cx="3067238" cy="1869202"/>
          </a:xfrm>
          <a:prstGeom prst="roundRect">
            <a:avLst/>
          </a:prstGeom>
          <a:solidFill>
            <a:srgbClr val="DCE137">
              <a:alpha val="44000"/>
            </a:srgbClr>
          </a:solidFill>
          <a:ln w="38100">
            <a:solidFill>
              <a:srgbClr val="DCE13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22142D-D1B9-F637-1703-34833B1DB330}"/>
              </a:ext>
            </a:extLst>
          </p:cNvPr>
          <p:cNvSpPr txBox="1"/>
          <p:nvPr/>
        </p:nvSpPr>
        <p:spPr>
          <a:xfrm>
            <a:off x="6366756" y="4030013"/>
            <a:ext cx="27295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Manrope ExtraBold" pitchFamily="2" charset="0"/>
              </a:rPr>
              <a:t>COMUNICAÇÃO DO MÓDULO COM A VÁLVULA DILÚVIO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21F93B55-18F9-4499-33CB-752F31EF3A70}"/>
              </a:ext>
            </a:extLst>
          </p:cNvPr>
          <p:cNvCxnSpPr>
            <a:cxnSpLocks/>
          </p:cNvCxnSpPr>
          <p:nvPr/>
        </p:nvCxnSpPr>
        <p:spPr>
          <a:xfrm>
            <a:off x="5282522" y="3764316"/>
            <a:ext cx="0" cy="925773"/>
          </a:xfrm>
          <a:prstGeom prst="line">
            <a:avLst/>
          </a:prstGeom>
          <a:ln w="57150">
            <a:solidFill>
              <a:srgbClr val="DCE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448C1259-C648-32A9-789E-67B96A0BCEC8}"/>
              </a:ext>
            </a:extLst>
          </p:cNvPr>
          <p:cNvCxnSpPr>
            <a:cxnSpLocks/>
          </p:cNvCxnSpPr>
          <p:nvPr/>
        </p:nvCxnSpPr>
        <p:spPr>
          <a:xfrm flipH="1">
            <a:off x="4089709" y="3786650"/>
            <a:ext cx="1192813" cy="0"/>
          </a:xfrm>
          <a:prstGeom prst="line">
            <a:avLst/>
          </a:prstGeom>
          <a:ln w="57150">
            <a:solidFill>
              <a:srgbClr val="DCE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29728497-2FCF-022E-E528-31551CCECC31}"/>
              </a:ext>
            </a:extLst>
          </p:cNvPr>
          <p:cNvSpPr/>
          <p:nvPr/>
        </p:nvSpPr>
        <p:spPr>
          <a:xfrm>
            <a:off x="3240938" y="1864274"/>
            <a:ext cx="328534" cy="3345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BC3D891-E965-1C63-C7C9-7CA364216608}"/>
              </a:ext>
            </a:extLst>
          </p:cNvPr>
          <p:cNvSpPr/>
          <p:nvPr/>
        </p:nvSpPr>
        <p:spPr>
          <a:xfrm>
            <a:off x="3247227" y="3651612"/>
            <a:ext cx="328534" cy="3345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18C28CC-9650-9471-2492-CA50B1DA3C32}"/>
              </a:ext>
            </a:extLst>
          </p:cNvPr>
          <p:cNvSpPr/>
          <p:nvPr/>
        </p:nvSpPr>
        <p:spPr>
          <a:xfrm>
            <a:off x="602189" y="2505309"/>
            <a:ext cx="2017425" cy="940520"/>
          </a:xfrm>
          <a:prstGeom prst="roundRect">
            <a:avLst/>
          </a:prstGeom>
          <a:solidFill>
            <a:srgbClr val="00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C09647A-ACF5-63AC-182C-1E946D1C502E}"/>
              </a:ext>
            </a:extLst>
          </p:cNvPr>
          <p:cNvSpPr/>
          <p:nvPr/>
        </p:nvSpPr>
        <p:spPr>
          <a:xfrm>
            <a:off x="720886" y="2816897"/>
            <a:ext cx="328534" cy="3345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A575DAC-1BF3-360D-8889-5A0BECC0DBD2}"/>
              </a:ext>
            </a:extLst>
          </p:cNvPr>
          <p:cNvSpPr txBox="1"/>
          <p:nvPr/>
        </p:nvSpPr>
        <p:spPr>
          <a:xfrm>
            <a:off x="964501" y="2522498"/>
            <a:ext cx="1655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Manrope ExtraBold" pitchFamily="2" charset="0"/>
              </a:rPr>
              <a:t>INDICAM O STATUS DO DISPOSITIVO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B2A13C79-A953-C2E3-1C19-A7405072A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7" t="18980" r="18447" b="25122"/>
          <a:stretch>
            <a:fillRect/>
          </a:stretch>
        </p:blipFill>
        <p:spPr>
          <a:xfrm>
            <a:off x="292104" y="236050"/>
            <a:ext cx="847922" cy="53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Conector reto 164">
            <a:extLst>
              <a:ext uri="{FF2B5EF4-FFF2-40B4-BE49-F238E27FC236}">
                <a16:creationId xmlns:a16="http://schemas.microsoft.com/office/drawing/2014/main" id="{39BCF1B9-A091-F845-86CA-6ED25660C948}"/>
              </a:ext>
            </a:extLst>
          </p:cNvPr>
          <p:cNvCxnSpPr>
            <a:cxnSpLocks/>
          </p:cNvCxnSpPr>
          <p:nvPr/>
        </p:nvCxnSpPr>
        <p:spPr>
          <a:xfrm flipV="1">
            <a:off x="3690122" y="3032414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8C3710D-A252-7F54-02E6-76F16F568968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93EECADA-0259-F573-C59E-73EC8B7AD17B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E0E2202A-7866-EF76-97A6-0C1E32E2553B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64E51AF6-C34A-57F0-A678-15364AD5B8EA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A93ED1EF-37ED-A608-26EF-58C33A6EAFE9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EF334234-405A-B5FD-9EB4-7A39FF09AC34}"/>
              </a:ext>
            </a:extLst>
          </p:cNvPr>
          <p:cNvGrpSpPr/>
          <p:nvPr/>
        </p:nvGrpSpPr>
        <p:grpSpPr>
          <a:xfrm>
            <a:off x="986593" y="768415"/>
            <a:ext cx="2134274" cy="822251"/>
            <a:chOff x="1270656" y="3129842"/>
            <a:chExt cx="2250927" cy="906540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B17F526F-4105-82BB-8A58-2B2EDBA5BD8E}"/>
                </a:ext>
              </a:extLst>
            </p:cNvPr>
            <p:cNvSpPr/>
            <p:nvPr/>
          </p:nvSpPr>
          <p:spPr>
            <a:xfrm>
              <a:off x="1270656" y="3129842"/>
              <a:ext cx="2241863" cy="906540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748F6805-9E1F-BACB-C9ED-65D1A108F848}"/>
                </a:ext>
              </a:extLst>
            </p:cNvPr>
            <p:cNvSpPr txBox="1"/>
            <p:nvPr/>
          </p:nvSpPr>
          <p:spPr>
            <a:xfrm>
              <a:off x="1279720" y="3336010"/>
              <a:ext cx="2241863" cy="537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571" dirty="0">
                  <a:solidFill>
                    <a:schemeClr val="bg1"/>
                  </a:solidFill>
                  <a:latin typeface="Manrope ExtraBold" pitchFamily="2" charset="0"/>
                </a:rPr>
                <a:t>ARMAZÉM 1</a:t>
              </a:r>
            </a:p>
          </p:txBody>
        </p:sp>
      </p:grp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4C0FA99F-D401-3D2C-BA48-23C23DB36339}"/>
              </a:ext>
            </a:extLst>
          </p:cNvPr>
          <p:cNvSpPr txBox="1"/>
          <p:nvPr/>
        </p:nvSpPr>
        <p:spPr>
          <a:xfrm>
            <a:off x="722068" y="230462"/>
            <a:ext cx="2744806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6">
                <a:solidFill>
                  <a:srgbClr val="F37A19"/>
                </a:solidFill>
                <a:latin typeface="Manrope ExtraBold" pitchFamily="2" charset="0"/>
              </a:rPr>
              <a:t>LAÇO 1 (TENOVA)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04D71C09-DF92-00BA-D220-56067AE47C3E}"/>
              </a:ext>
            </a:extLst>
          </p:cNvPr>
          <p:cNvSpPr/>
          <p:nvPr/>
        </p:nvSpPr>
        <p:spPr>
          <a:xfrm>
            <a:off x="1664121" y="5657466"/>
            <a:ext cx="251756" cy="1200534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9CAD88C6-08E0-BBD1-715A-10CF13CF3A93}"/>
              </a:ext>
            </a:extLst>
          </p:cNvPr>
          <p:cNvSpPr/>
          <p:nvPr/>
        </p:nvSpPr>
        <p:spPr>
          <a:xfrm>
            <a:off x="2602133" y="5657466"/>
            <a:ext cx="251756" cy="1200534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D43951FA-7F1A-C72F-5E76-1908CA9D9FD3}"/>
              </a:ext>
            </a:extLst>
          </p:cNvPr>
          <p:cNvSpPr/>
          <p:nvPr/>
        </p:nvSpPr>
        <p:spPr>
          <a:xfrm>
            <a:off x="657292" y="5657466"/>
            <a:ext cx="251756" cy="1225191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8654465C-502C-A83C-37F8-810D0DA9524D}"/>
              </a:ext>
            </a:extLst>
          </p:cNvPr>
          <p:cNvCxnSpPr>
            <a:cxnSpLocks/>
          </p:cNvCxnSpPr>
          <p:nvPr/>
        </p:nvCxnSpPr>
        <p:spPr>
          <a:xfrm flipV="1">
            <a:off x="778821" y="4008060"/>
            <a:ext cx="29946" cy="12251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Imagem 86">
            <a:extLst>
              <a:ext uri="{FF2B5EF4-FFF2-40B4-BE49-F238E27FC236}">
                <a16:creationId xmlns:a16="http://schemas.microsoft.com/office/drawing/2014/main" id="{378448D5-E793-8651-A60D-83D23EAA0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362857" y="5065182"/>
            <a:ext cx="793771" cy="700838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BE2B3C99-5C2A-45D2-D018-3B2CEA69F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1373779" y="5065182"/>
            <a:ext cx="793771" cy="700838"/>
          </a:xfrm>
          <a:prstGeom prst="rect">
            <a:avLst/>
          </a:prstGeom>
        </p:spPr>
      </p:pic>
      <p:pic>
        <p:nvPicPr>
          <p:cNvPr id="89" name="Imagem 88">
            <a:extLst>
              <a:ext uri="{FF2B5EF4-FFF2-40B4-BE49-F238E27FC236}">
                <a16:creationId xmlns:a16="http://schemas.microsoft.com/office/drawing/2014/main" id="{DE5B3D41-04F4-1AE4-144E-2E2AD9E67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2303492" y="5065182"/>
            <a:ext cx="793771" cy="700838"/>
          </a:xfrm>
          <a:prstGeom prst="rect">
            <a:avLst/>
          </a:prstGeom>
        </p:spPr>
      </p:pic>
      <p:grpSp>
        <p:nvGrpSpPr>
          <p:cNvPr id="90" name="Agrupar 89">
            <a:extLst>
              <a:ext uri="{FF2B5EF4-FFF2-40B4-BE49-F238E27FC236}">
                <a16:creationId xmlns:a16="http://schemas.microsoft.com/office/drawing/2014/main" id="{9446E724-6215-28D1-D02F-EF096AAF7A0B}"/>
              </a:ext>
            </a:extLst>
          </p:cNvPr>
          <p:cNvGrpSpPr/>
          <p:nvPr/>
        </p:nvGrpSpPr>
        <p:grpSpPr>
          <a:xfrm>
            <a:off x="469423" y="4522010"/>
            <a:ext cx="625045" cy="615566"/>
            <a:chOff x="342415" y="3557834"/>
            <a:chExt cx="1220448" cy="1202016"/>
          </a:xfrm>
        </p:grpSpPr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838405BE-3936-03E4-C929-6400E84B0791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92" name="Trapezoide 91">
              <a:extLst>
                <a:ext uri="{FF2B5EF4-FFF2-40B4-BE49-F238E27FC236}">
                  <a16:creationId xmlns:a16="http://schemas.microsoft.com/office/drawing/2014/main" id="{C38C86EB-9FF3-F82E-EC9A-706AD28E9B99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93" name="Retângulo 92">
              <a:extLst>
                <a:ext uri="{FF2B5EF4-FFF2-40B4-BE49-F238E27FC236}">
                  <a16:creationId xmlns:a16="http://schemas.microsoft.com/office/drawing/2014/main" id="{B6CD28D2-6268-1EAE-C38F-92F196472994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D9B029FE-F379-5391-3772-055F8567DFEB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F1E273F9-742B-3E2C-31EA-4582E356DFCE}"/>
                </a:ext>
              </a:extLst>
            </p:cNvPr>
            <p:cNvSpPr txBox="1"/>
            <p:nvPr/>
          </p:nvSpPr>
          <p:spPr>
            <a:xfrm>
              <a:off x="449754" y="4081289"/>
              <a:ext cx="1078060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04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140C66F7-8455-FEDD-AEDD-6CFBDCBBEF4A}"/>
              </a:ext>
            </a:extLst>
          </p:cNvPr>
          <p:cNvCxnSpPr>
            <a:cxnSpLocks/>
            <a:stCxn id="99" idx="2"/>
          </p:cNvCxnSpPr>
          <p:nvPr/>
        </p:nvCxnSpPr>
        <p:spPr>
          <a:xfrm flipV="1">
            <a:off x="1787641" y="2996308"/>
            <a:ext cx="21639" cy="20836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231DBC91-0464-132E-AA6D-DC1A3401FDFD}"/>
              </a:ext>
            </a:extLst>
          </p:cNvPr>
          <p:cNvGrpSpPr/>
          <p:nvPr/>
        </p:nvGrpSpPr>
        <p:grpSpPr>
          <a:xfrm>
            <a:off x="1475118" y="4522010"/>
            <a:ext cx="625045" cy="615566"/>
            <a:chOff x="342415" y="3557834"/>
            <a:chExt cx="1220448" cy="1202016"/>
          </a:xfrm>
        </p:grpSpPr>
        <p:sp>
          <p:nvSpPr>
            <p:cNvPr id="98" name="Retângulo 97">
              <a:extLst>
                <a:ext uri="{FF2B5EF4-FFF2-40B4-BE49-F238E27FC236}">
                  <a16:creationId xmlns:a16="http://schemas.microsoft.com/office/drawing/2014/main" id="{67DC199F-08F3-5943-4D57-39CDE73C59D6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99" name="Trapezoide 98">
              <a:extLst>
                <a:ext uri="{FF2B5EF4-FFF2-40B4-BE49-F238E27FC236}">
                  <a16:creationId xmlns:a16="http://schemas.microsoft.com/office/drawing/2014/main" id="{656485B2-A363-DB6A-087A-6DF3857AE14A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77B270A-DABB-EAD9-DD8E-A209665EF7F3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7FFFF300-35A7-169A-C8A5-0841CFD19DAB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id="{2B807FE5-A7D6-AE1F-667E-829C213A8B69}"/>
                </a:ext>
              </a:extLst>
            </p:cNvPr>
            <p:cNvSpPr txBox="1"/>
            <p:nvPr/>
          </p:nvSpPr>
          <p:spPr>
            <a:xfrm>
              <a:off x="492082" y="4113479"/>
              <a:ext cx="921116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05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0E7FDD41-D3D7-102C-0FF6-1FE769F0EF46}"/>
              </a:ext>
            </a:extLst>
          </p:cNvPr>
          <p:cNvCxnSpPr>
            <a:cxnSpLocks/>
          </p:cNvCxnSpPr>
          <p:nvPr/>
        </p:nvCxnSpPr>
        <p:spPr>
          <a:xfrm flipH="1" flipV="1">
            <a:off x="2779780" y="4008059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C96FEA96-0F61-B5F9-E767-3D2E2364493A}"/>
              </a:ext>
            </a:extLst>
          </p:cNvPr>
          <p:cNvGrpSpPr/>
          <p:nvPr/>
        </p:nvGrpSpPr>
        <p:grpSpPr>
          <a:xfrm>
            <a:off x="2416233" y="4522010"/>
            <a:ext cx="625045" cy="615566"/>
            <a:chOff x="342415" y="3557834"/>
            <a:chExt cx="1220448" cy="1202016"/>
          </a:xfrm>
        </p:grpSpPr>
        <p:sp>
          <p:nvSpPr>
            <p:cNvPr id="105" name="Retângulo 104">
              <a:extLst>
                <a:ext uri="{FF2B5EF4-FFF2-40B4-BE49-F238E27FC236}">
                  <a16:creationId xmlns:a16="http://schemas.microsoft.com/office/drawing/2014/main" id="{141A696B-889F-C4A2-6E85-CF5DD8C96D8B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6" name="Trapezoide 105">
              <a:extLst>
                <a:ext uri="{FF2B5EF4-FFF2-40B4-BE49-F238E27FC236}">
                  <a16:creationId xmlns:a16="http://schemas.microsoft.com/office/drawing/2014/main" id="{A29973E7-1789-BAA5-7B1B-C9A95BA0CB35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1B44255B-E637-3D0F-D3F7-D9517A01BF91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C85D7A67-45C8-CFF1-7387-7578C2A37671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C048F4D1-6195-D20D-89B9-802D44EBDD4E}"/>
                </a:ext>
              </a:extLst>
            </p:cNvPr>
            <p:cNvSpPr txBox="1"/>
            <p:nvPr/>
          </p:nvSpPr>
          <p:spPr>
            <a:xfrm>
              <a:off x="457818" y="4066241"/>
              <a:ext cx="1068034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09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53B29282-4117-5C85-1553-686E15757F2A}"/>
              </a:ext>
            </a:extLst>
          </p:cNvPr>
          <p:cNvCxnSpPr>
            <a:cxnSpLocks/>
          </p:cNvCxnSpPr>
          <p:nvPr/>
        </p:nvCxnSpPr>
        <p:spPr>
          <a:xfrm flipV="1">
            <a:off x="798263" y="2996308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5FB1C000-C1C6-207A-EC79-AC3C3952A5AD}"/>
              </a:ext>
            </a:extLst>
          </p:cNvPr>
          <p:cNvCxnSpPr>
            <a:cxnSpLocks/>
          </p:cNvCxnSpPr>
          <p:nvPr/>
        </p:nvCxnSpPr>
        <p:spPr>
          <a:xfrm flipV="1">
            <a:off x="2759151" y="3011368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Imagem 111">
            <a:extLst>
              <a:ext uri="{FF2B5EF4-FFF2-40B4-BE49-F238E27FC236}">
                <a16:creationId xmlns:a16="http://schemas.microsoft.com/office/drawing/2014/main" id="{FC96303E-9F53-81AC-019B-FEEED9243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483869" y="3410698"/>
            <a:ext cx="637565" cy="711976"/>
          </a:xfrm>
          <a:prstGeom prst="rect">
            <a:avLst/>
          </a:prstGeom>
        </p:spPr>
      </p:pic>
      <p:sp>
        <p:nvSpPr>
          <p:cNvPr id="113" name="Elipse 112">
            <a:extLst>
              <a:ext uri="{FF2B5EF4-FFF2-40B4-BE49-F238E27FC236}">
                <a16:creationId xmlns:a16="http://schemas.microsoft.com/office/drawing/2014/main" id="{FBE9A39C-4DBB-6C57-DD8F-1B53A6E0B8D2}"/>
              </a:ext>
            </a:extLst>
          </p:cNvPr>
          <p:cNvSpPr/>
          <p:nvPr/>
        </p:nvSpPr>
        <p:spPr>
          <a:xfrm>
            <a:off x="701006" y="417704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14" name="Imagem 113">
            <a:extLst>
              <a:ext uri="{FF2B5EF4-FFF2-40B4-BE49-F238E27FC236}">
                <a16:creationId xmlns:a16="http://schemas.microsoft.com/office/drawing/2014/main" id="{A88BAD9A-72E3-65F4-09A1-31DB2B094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1489564" y="3410698"/>
            <a:ext cx="637565" cy="711976"/>
          </a:xfrm>
          <a:prstGeom prst="rect">
            <a:avLst/>
          </a:prstGeom>
        </p:spPr>
      </p:pic>
      <p:sp>
        <p:nvSpPr>
          <p:cNvPr id="115" name="Elipse 114">
            <a:extLst>
              <a:ext uri="{FF2B5EF4-FFF2-40B4-BE49-F238E27FC236}">
                <a16:creationId xmlns:a16="http://schemas.microsoft.com/office/drawing/2014/main" id="{E07773B2-DE50-4E79-A909-60A4007BAE6D}"/>
              </a:ext>
            </a:extLst>
          </p:cNvPr>
          <p:cNvSpPr/>
          <p:nvPr/>
        </p:nvSpPr>
        <p:spPr>
          <a:xfrm>
            <a:off x="1703416" y="417704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16" name="Imagem 115">
            <a:extLst>
              <a:ext uri="{FF2B5EF4-FFF2-40B4-BE49-F238E27FC236}">
                <a16:creationId xmlns:a16="http://schemas.microsoft.com/office/drawing/2014/main" id="{1E874C78-275A-2E4B-0E40-C68D7F300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2454882" y="3410698"/>
            <a:ext cx="637565" cy="711976"/>
          </a:xfrm>
          <a:prstGeom prst="rect">
            <a:avLst/>
          </a:prstGeom>
        </p:spPr>
      </p:pic>
      <p:sp>
        <p:nvSpPr>
          <p:cNvPr id="117" name="Elipse 116">
            <a:extLst>
              <a:ext uri="{FF2B5EF4-FFF2-40B4-BE49-F238E27FC236}">
                <a16:creationId xmlns:a16="http://schemas.microsoft.com/office/drawing/2014/main" id="{479BB1CC-8FE6-F19E-0A4C-22AF4B2B6AAC}"/>
              </a:ext>
            </a:extLst>
          </p:cNvPr>
          <p:cNvSpPr/>
          <p:nvPr/>
        </p:nvSpPr>
        <p:spPr>
          <a:xfrm>
            <a:off x="2689525" y="417704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F2678834-9189-B4CA-D274-1D974DE6F9DB}"/>
              </a:ext>
            </a:extLst>
          </p:cNvPr>
          <p:cNvSpPr/>
          <p:nvPr/>
        </p:nvSpPr>
        <p:spPr>
          <a:xfrm>
            <a:off x="705541" y="3169284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FB54C345-0B1B-C73D-B872-841B148396FB}"/>
              </a:ext>
            </a:extLst>
          </p:cNvPr>
          <p:cNvSpPr/>
          <p:nvPr/>
        </p:nvSpPr>
        <p:spPr>
          <a:xfrm>
            <a:off x="1709285" y="3155902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CD53D38C-FFE2-223A-2DF9-B855BE8FF5A8}"/>
              </a:ext>
            </a:extLst>
          </p:cNvPr>
          <p:cNvSpPr/>
          <p:nvPr/>
        </p:nvSpPr>
        <p:spPr>
          <a:xfrm>
            <a:off x="2664129" y="3162639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D47FC00-E208-B2F7-E4E3-3A6ED1A1C342}"/>
              </a:ext>
            </a:extLst>
          </p:cNvPr>
          <p:cNvCxnSpPr>
            <a:cxnSpLocks/>
          </p:cNvCxnSpPr>
          <p:nvPr/>
        </p:nvCxnSpPr>
        <p:spPr>
          <a:xfrm flipH="1" flipV="1">
            <a:off x="783240" y="3001842"/>
            <a:ext cx="8369482" cy="282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F3BBF1CB-7EE6-6632-6915-AB8FE081ECE1}"/>
              </a:ext>
            </a:extLst>
          </p:cNvPr>
          <p:cNvSpPr/>
          <p:nvPr/>
        </p:nvSpPr>
        <p:spPr>
          <a:xfrm>
            <a:off x="4473141" y="5663049"/>
            <a:ext cx="251756" cy="1194951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300AB75B-37C9-A5FC-0850-6839AEB69A65}"/>
              </a:ext>
            </a:extLst>
          </p:cNvPr>
          <p:cNvSpPr/>
          <p:nvPr/>
        </p:nvSpPr>
        <p:spPr>
          <a:xfrm>
            <a:off x="5411065" y="5677930"/>
            <a:ext cx="251756" cy="1194951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D92D3E49-1F98-C614-C442-BD972108B1D2}"/>
              </a:ext>
            </a:extLst>
          </p:cNvPr>
          <p:cNvSpPr/>
          <p:nvPr/>
        </p:nvSpPr>
        <p:spPr>
          <a:xfrm>
            <a:off x="3579267" y="5663049"/>
            <a:ext cx="251756" cy="1194951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7F1DC0D8-A167-F9CC-027F-5E4B9E799AD4}"/>
              </a:ext>
            </a:extLst>
          </p:cNvPr>
          <p:cNvCxnSpPr>
            <a:cxnSpLocks/>
          </p:cNvCxnSpPr>
          <p:nvPr/>
        </p:nvCxnSpPr>
        <p:spPr>
          <a:xfrm flipV="1">
            <a:off x="3676591" y="4013642"/>
            <a:ext cx="29946" cy="12251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Imagem 125">
            <a:extLst>
              <a:ext uri="{FF2B5EF4-FFF2-40B4-BE49-F238E27FC236}">
                <a16:creationId xmlns:a16="http://schemas.microsoft.com/office/drawing/2014/main" id="{65972EC8-1E41-FDA8-CA4D-CFA973B24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3276764" y="5070765"/>
            <a:ext cx="793771" cy="700838"/>
          </a:xfrm>
          <a:prstGeom prst="rect">
            <a:avLst/>
          </a:prstGeom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2FA72A0-53B6-50C4-57CB-13276FDEE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4182797" y="5070765"/>
            <a:ext cx="793771" cy="700838"/>
          </a:xfrm>
          <a:prstGeom prst="rect">
            <a:avLst/>
          </a:prstGeom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26F51CD3-EA6A-B778-CFB9-E9380FDFE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5112424" y="5085645"/>
            <a:ext cx="793771" cy="700838"/>
          </a:xfrm>
          <a:prstGeom prst="rect">
            <a:avLst/>
          </a:prstGeom>
        </p:spPr>
      </p:pic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DFF7C352-F212-7A84-9657-2BA225546E7E}"/>
              </a:ext>
            </a:extLst>
          </p:cNvPr>
          <p:cNvGrpSpPr/>
          <p:nvPr/>
        </p:nvGrpSpPr>
        <p:grpSpPr>
          <a:xfrm>
            <a:off x="3383330" y="4527593"/>
            <a:ext cx="625045" cy="615566"/>
            <a:chOff x="342415" y="3557834"/>
            <a:chExt cx="1220448" cy="1202016"/>
          </a:xfrm>
        </p:grpSpPr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id="{0658A08A-E291-70E9-82A2-5A1E4D48CE07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1" name="Trapezoide 130">
              <a:extLst>
                <a:ext uri="{FF2B5EF4-FFF2-40B4-BE49-F238E27FC236}">
                  <a16:creationId xmlns:a16="http://schemas.microsoft.com/office/drawing/2014/main" id="{BE2F8192-B9DD-DB9D-0233-7A5F97F7FBFA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2" name="Retângulo 131">
              <a:extLst>
                <a:ext uri="{FF2B5EF4-FFF2-40B4-BE49-F238E27FC236}">
                  <a16:creationId xmlns:a16="http://schemas.microsoft.com/office/drawing/2014/main" id="{E741EB17-1D13-5752-278A-07D19C433D07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29E94CFF-EBD8-B70A-E8C6-971EAF129093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D893F676-F7E5-DA76-D63B-378297885D54}"/>
                </a:ext>
              </a:extLst>
            </p:cNvPr>
            <p:cNvSpPr txBox="1"/>
            <p:nvPr/>
          </p:nvSpPr>
          <p:spPr>
            <a:xfrm>
              <a:off x="505541" y="4074546"/>
              <a:ext cx="964241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10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5C9A8F4E-4D8A-CE1C-8E8A-1C0490C427CC}"/>
              </a:ext>
            </a:extLst>
          </p:cNvPr>
          <p:cNvCxnSpPr>
            <a:cxnSpLocks/>
            <a:stCxn id="138" idx="2"/>
          </p:cNvCxnSpPr>
          <p:nvPr/>
        </p:nvCxnSpPr>
        <p:spPr>
          <a:xfrm flipV="1">
            <a:off x="4596660" y="3011368"/>
            <a:ext cx="12885" cy="20742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6D2FCAC9-70FB-95FC-C087-35FAEE7F0949}"/>
              </a:ext>
            </a:extLst>
          </p:cNvPr>
          <p:cNvGrpSpPr/>
          <p:nvPr/>
        </p:nvGrpSpPr>
        <p:grpSpPr>
          <a:xfrm>
            <a:off x="4284138" y="4527593"/>
            <a:ext cx="625045" cy="615566"/>
            <a:chOff x="342415" y="3557834"/>
            <a:chExt cx="1220448" cy="1202016"/>
          </a:xfrm>
        </p:grpSpPr>
        <p:sp>
          <p:nvSpPr>
            <p:cNvPr id="137" name="Retângulo 136">
              <a:extLst>
                <a:ext uri="{FF2B5EF4-FFF2-40B4-BE49-F238E27FC236}">
                  <a16:creationId xmlns:a16="http://schemas.microsoft.com/office/drawing/2014/main" id="{51870239-95F7-92B7-3680-8AA47396F7BA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8" name="Trapezoide 137">
              <a:extLst>
                <a:ext uri="{FF2B5EF4-FFF2-40B4-BE49-F238E27FC236}">
                  <a16:creationId xmlns:a16="http://schemas.microsoft.com/office/drawing/2014/main" id="{CDA20BDB-8E90-75E2-F534-F9A914EE792D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9" name="Retângulo 138">
              <a:extLst>
                <a:ext uri="{FF2B5EF4-FFF2-40B4-BE49-F238E27FC236}">
                  <a16:creationId xmlns:a16="http://schemas.microsoft.com/office/drawing/2014/main" id="{93D07826-F822-531D-81DC-4E7C8F17DB18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3258C107-67B1-1301-D860-ED272430490D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FFD8FEC8-D5CD-EFC6-D284-AD0D30945B23}"/>
                </a:ext>
              </a:extLst>
            </p:cNvPr>
            <p:cNvSpPr txBox="1"/>
            <p:nvPr/>
          </p:nvSpPr>
          <p:spPr>
            <a:xfrm>
              <a:off x="472515" y="4114684"/>
              <a:ext cx="1076629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01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42" name="Conector reto 141">
            <a:extLst>
              <a:ext uri="{FF2B5EF4-FFF2-40B4-BE49-F238E27FC236}">
                <a16:creationId xmlns:a16="http://schemas.microsoft.com/office/drawing/2014/main" id="{9E76FB15-2B28-BDAA-AB4C-9BD382516992}"/>
              </a:ext>
            </a:extLst>
          </p:cNvPr>
          <p:cNvCxnSpPr>
            <a:cxnSpLocks/>
          </p:cNvCxnSpPr>
          <p:nvPr/>
        </p:nvCxnSpPr>
        <p:spPr>
          <a:xfrm flipH="1" flipV="1">
            <a:off x="5588711" y="4028523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139C34CE-4B3C-7709-7C71-F3CE4279FBEA}"/>
              </a:ext>
            </a:extLst>
          </p:cNvPr>
          <p:cNvGrpSpPr/>
          <p:nvPr/>
        </p:nvGrpSpPr>
        <p:grpSpPr>
          <a:xfrm>
            <a:off x="5249368" y="4542473"/>
            <a:ext cx="625045" cy="615566"/>
            <a:chOff x="342415" y="3557834"/>
            <a:chExt cx="1220448" cy="1202016"/>
          </a:xfrm>
        </p:grpSpPr>
        <p:sp>
          <p:nvSpPr>
            <p:cNvPr id="144" name="Retângulo 143">
              <a:extLst>
                <a:ext uri="{FF2B5EF4-FFF2-40B4-BE49-F238E27FC236}">
                  <a16:creationId xmlns:a16="http://schemas.microsoft.com/office/drawing/2014/main" id="{EE230FF0-19EB-2227-5938-7D8B17909030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5" name="Trapezoide 144">
              <a:extLst>
                <a:ext uri="{FF2B5EF4-FFF2-40B4-BE49-F238E27FC236}">
                  <a16:creationId xmlns:a16="http://schemas.microsoft.com/office/drawing/2014/main" id="{51D5FF3E-2941-72CF-C5B0-06E8C4D5F7E0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63EB53A2-A632-800B-CF9D-570EC90DAEBB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3DF03454-201F-0B03-252E-7082E3697FAD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8BE4F3E1-73F9-9DA5-F9FE-5513FA5C103F}"/>
                </a:ext>
              </a:extLst>
            </p:cNvPr>
            <p:cNvSpPr txBox="1"/>
            <p:nvPr/>
          </p:nvSpPr>
          <p:spPr>
            <a:xfrm>
              <a:off x="476873" y="4066243"/>
              <a:ext cx="1032384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06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D97DE0AA-3501-7ED8-AF95-84A138874918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D2BC6000-1EF8-7528-E602-D8A2773EEF3A}"/>
              </a:ext>
            </a:extLst>
          </p:cNvPr>
          <p:cNvCxnSpPr>
            <a:cxnSpLocks/>
          </p:cNvCxnSpPr>
          <p:nvPr/>
        </p:nvCxnSpPr>
        <p:spPr>
          <a:xfrm flipV="1">
            <a:off x="5568082" y="3031832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Imagem 150">
            <a:extLst>
              <a:ext uri="{FF2B5EF4-FFF2-40B4-BE49-F238E27FC236}">
                <a16:creationId xmlns:a16="http://schemas.microsoft.com/office/drawing/2014/main" id="{6E817BA1-58E7-0A3E-3FCA-02A2B807C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3381638" y="3416281"/>
            <a:ext cx="637565" cy="711976"/>
          </a:xfrm>
          <a:prstGeom prst="rect">
            <a:avLst/>
          </a:prstGeom>
        </p:spPr>
      </p:pic>
      <p:sp>
        <p:nvSpPr>
          <p:cNvPr id="152" name="Elipse 151">
            <a:extLst>
              <a:ext uri="{FF2B5EF4-FFF2-40B4-BE49-F238E27FC236}">
                <a16:creationId xmlns:a16="http://schemas.microsoft.com/office/drawing/2014/main" id="{0B31D634-2924-314F-7546-C2EBF4B1D367}"/>
              </a:ext>
            </a:extLst>
          </p:cNvPr>
          <p:cNvSpPr/>
          <p:nvPr/>
        </p:nvSpPr>
        <p:spPr>
          <a:xfrm>
            <a:off x="3590707" y="4182630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3" name="Imagem 152">
            <a:extLst>
              <a:ext uri="{FF2B5EF4-FFF2-40B4-BE49-F238E27FC236}">
                <a16:creationId xmlns:a16="http://schemas.microsoft.com/office/drawing/2014/main" id="{C5B8DD2F-8164-20D1-06E7-9383CE3F6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4298582" y="3416281"/>
            <a:ext cx="637565" cy="711976"/>
          </a:xfrm>
          <a:prstGeom prst="rect">
            <a:avLst/>
          </a:prstGeom>
        </p:spPr>
      </p:pic>
      <p:sp>
        <p:nvSpPr>
          <p:cNvPr id="154" name="Elipse 153">
            <a:extLst>
              <a:ext uri="{FF2B5EF4-FFF2-40B4-BE49-F238E27FC236}">
                <a16:creationId xmlns:a16="http://schemas.microsoft.com/office/drawing/2014/main" id="{83E1CC33-DF2C-4202-E300-BFE17E9FE6BA}"/>
              </a:ext>
            </a:extLst>
          </p:cNvPr>
          <p:cNvSpPr/>
          <p:nvPr/>
        </p:nvSpPr>
        <p:spPr>
          <a:xfrm>
            <a:off x="4504366" y="4182630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5" name="Imagem 154">
            <a:extLst>
              <a:ext uri="{FF2B5EF4-FFF2-40B4-BE49-F238E27FC236}">
                <a16:creationId xmlns:a16="http://schemas.microsoft.com/office/drawing/2014/main" id="{95C23242-5842-7DCE-DA95-64CAC0DAE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5263813" y="3431161"/>
            <a:ext cx="637565" cy="711976"/>
          </a:xfrm>
          <a:prstGeom prst="rect">
            <a:avLst/>
          </a:prstGeom>
        </p:spPr>
      </p:pic>
      <p:sp>
        <p:nvSpPr>
          <p:cNvPr id="156" name="Elipse 155">
            <a:extLst>
              <a:ext uri="{FF2B5EF4-FFF2-40B4-BE49-F238E27FC236}">
                <a16:creationId xmlns:a16="http://schemas.microsoft.com/office/drawing/2014/main" id="{F7AD2FFF-9E85-86CB-F572-CA52DEBFADEA}"/>
              </a:ext>
            </a:extLst>
          </p:cNvPr>
          <p:cNvSpPr/>
          <p:nvPr/>
        </p:nvSpPr>
        <p:spPr>
          <a:xfrm>
            <a:off x="5490388" y="4197511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DD151D5C-C11D-D68C-C36B-5B42D4B6C2CE}"/>
              </a:ext>
            </a:extLst>
          </p:cNvPr>
          <p:cNvSpPr/>
          <p:nvPr/>
        </p:nvSpPr>
        <p:spPr>
          <a:xfrm>
            <a:off x="3603311" y="317486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7DB6554E-5A93-D480-4D9B-B8EDEEB14AA4}"/>
              </a:ext>
            </a:extLst>
          </p:cNvPr>
          <p:cNvSpPr/>
          <p:nvPr/>
        </p:nvSpPr>
        <p:spPr>
          <a:xfrm>
            <a:off x="4510235" y="3161485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E601AEC1-0640-EA11-EA00-D5F431C826BE}"/>
              </a:ext>
            </a:extLst>
          </p:cNvPr>
          <p:cNvSpPr/>
          <p:nvPr/>
        </p:nvSpPr>
        <p:spPr>
          <a:xfrm>
            <a:off x="5473061" y="3183102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84" name="Retângulo 183">
            <a:extLst>
              <a:ext uri="{FF2B5EF4-FFF2-40B4-BE49-F238E27FC236}">
                <a16:creationId xmlns:a16="http://schemas.microsoft.com/office/drawing/2014/main" id="{296C8BF4-3C79-F68A-D2D9-D313635F8929}"/>
              </a:ext>
            </a:extLst>
          </p:cNvPr>
          <p:cNvSpPr/>
          <p:nvPr/>
        </p:nvSpPr>
        <p:spPr>
          <a:xfrm>
            <a:off x="6364372" y="5677930"/>
            <a:ext cx="251756" cy="1194951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85" name="Imagem 184">
            <a:extLst>
              <a:ext uri="{FF2B5EF4-FFF2-40B4-BE49-F238E27FC236}">
                <a16:creationId xmlns:a16="http://schemas.microsoft.com/office/drawing/2014/main" id="{1CBA904A-8399-F4EC-DC15-CC6B4472B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6065731" y="5085645"/>
            <a:ext cx="793771" cy="700838"/>
          </a:xfrm>
          <a:prstGeom prst="rect">
            <a:avLst/>
          </a:prstGeom>
        </p:spPr>
      </p:pic>
      <p:cxnSp>
        <p:nvCxnSpPr>
          <p:cNvPr id="186" name="Conector reto 185">
            <a:extLst>
              <a:ext uri="{FF2B5EF4-FFF2-40B4-BE49-F238E27FC236}">
                <a16:creationId xmlns:a16="http://schemas.microsoft.com/office/drawing/2014/main" id="{D350170A-672E-6D36-D2C9-88734D77AD97}"/>
              </a:ext>
            </a:extLst>
          </p:cNvPr>
          <p:cNvCxnSpPr>
            <a:cxnSpLocks/>
          </p:cNvCxnSpPr>
          <p:nvPr/>
        </p:nvCxnSpPr>
        <p:spPr>
          <a:xfrm flipH="1" flipV="1">
            <a:off x="6525882" y="4028523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BEC715D2-BA06-A64F-36F4-C1635431D632}"/>
              </a:ext>
            </a:extLst>
          </p:cNvPr>
          <p:cNvGrpSpPr/>
          <p:nvPr/>
        </p:nvGrpSpPr>
        <p:grpSpPr>
          <a:xfrm>
            <a:off x="6202675" y="4542473"/>
            <a:ext cx="625045" cy="615566"/>
            <a:chOff x="342415" y="3557834"/>
            <a:chExt cx="1220448" cy="1202016"/>
          </a:xfrm>
        </p:grpSpPr>
        <p:sp>
          <p:nvSpPr>
            <p:cNvPr id="188" name="Retângulo 187">
              <a:extLst>
                <a:ext uri="{FF2B5EF4-FFF2-40B4-BE49-F238E27FC236}">
                  <a16:creationId xmlns:a16="http://schemas.microsoft.com/office/drawing/2014/main" id="{F9D53496-9A25-92AD-45F2-6186D05589B8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9" name="Trapezoide 188">
              <a:extLst>
                <a:ext uri="{FF2B5EF4-FFF2-40B4-BE49-F238E27FC236}">
                  <a16:creationId xmlns:a16="http://schemas.microsoft.com/office/drawing/2014/main" id="{8F579E06-234D-14B2-CADE-F2CB616B7DC8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0" name="Retângulo 189">
              <a:extLst>
                <a:ext uri="{FF2B5EF4-FFF2-40B4-BE49-F238E27FC236}">
                  <a16:creationId xmlns:a16="http://schemas.microsoft.com/office/drawing/2014/main" id="{A488B8DA-EA63-5A1C-A67B-EFF3BFD945D8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id="{CAC339D8-AE4A-ECBF-D684-ACB5FA4247B6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26644C56-9E07-8D12-4DCE-6D614B681A2A}"/>
                </a:ext>
              </a:extLst>
            </p:cNvPr>
            <p:cNvSpPr txBox="1"/>
            <p:nvPr/>
          </p:nvSpPr>
          <p:spPr>
            <a:xfrm>
              <a:off x="478090" y="4059450"/>
              <a:ext cx="973281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03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1619B0DC-7C9E-456E-2E56-532CBBA54141}"/>
              </a:ext>
            </a:extLst>
          </p:cNvPr>
          <p:cNvCxnSpPr>
            <a:cxnSpLocks/>
          </p:cNvCxnSpPr>
          <p:nvPr/>
        </p:nvCxnSpPr>
        <p:spPr>
          <a:xfrm flipV="1">
            <a:off x="6521390" y="3031832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4" name="Imagem 193">
            <a:extLst>
              <a:ext uri="{FF2B5EF4-FFF2-40B4-BE49-F238E27FC236}">
                <a16:creationId xmlns:a16="http://schemas.microsoft.com/office/drawing/2014/main" id="{DD47AB48-976F-1717-646E-995B1224C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6209053" y="3431161"/>
            <a:ext cx="637565" cy="711976"/>
          </a:xfrm>
          <a:prstGeom prst="rect">
            <a:avLst/>
          </a:prstGeom>
        </p:spPr>
      </p:pic>
      <p:sp>
        <p:nvSpPr>
          <p:cNvPr id="195" name="Elipse 194">
            <a:extLst>
              <a:ext uri="{FF2B5EF4-FFF2-40B4-BE49-F238E27FC236}">
                <a16:creationId xmlns:a16="http://schemas.microsoft.com/office/drawing/2014/main" id="{86EE2DB9-EFD8-B26F-93D3-84B988B49809}"/>
              </a:ext>
            </a:extLst>
          </p:cNvPr>
          <p:cNvSpPr/>
          <p:nvPr/>
        </p:nvSpPr>
        <p:spPr>
          <a:xfrm>
            <a:off x="6427558" y="4197511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96" name="Elipse 195">
            <a:extLst>
              <a:ext uri="{FF2B5EF4-FFF2-40B4-BE49-F238E27FC236}">
                <a16:creationId xmlns:a16="http://schemas.microsoft.com/office/drawing/2014/main" id="{548A3E5D-B0C1-823D-727A-D153EFF751BD}"/>
              </a:ext>
            </a:extLst>
          </p:cNvPr>
          <p:cNvSpPr/>
          <p:nvPr/>
        </p:nvSpPr>
        <p:spPr>
          <a:xfrm>
            <a:off x="6426368" y="3183102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8514772-2C3B-B2FD-7D2A-17B1E990EFEF}"/>
              </a:ext>
            </a:extLst>
          </p:cNvPr>
          <p:cNvSpPr/>
          <p:nvPr/>
        </p:nvSpPr>
        <p:spPr>
          <a:xfrm>
            <a:off x="7203126" y="5679738"/>
            <a:ext cx="251756" cy="1193143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210225C-1000-D5E3-9FC3-E6C3FA015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6904484" y="5087454"/>
            <a:ext cx="793771" cy="700838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542B2DC-3FBE-8E8D-C20A-A379E2442489}"/>
              </a:ext>
            </a:extLst>
          </p:cNvPr>
          <p:cNvCxnSpPr>
            <a:cxnSpLocks/>
          </p:cNvCxnSpPr>
          <p:nvPr/>
        </p:nvCxnSpPr>
        <p:spPr>
          <a:xfrm flipH="1" flipV="1">
            <a:off x="7364635" y="4030331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649CBB5-0E08-2E29-7A26-7D59F5586E3E}"/>
              </a:ext>
            </a:extLst>
          </p:cNvPr>
          <p:cNvGrpSpPr/>
          <p:nvPr/>
        </p:nvGrpSpPr>
        <p:grpSpPr>
          <a:xfrm>
            <a:off x="7041429" y="4544282"/>
            <a:ext cx="625045" cy="615566"/>
            <a:chOff x="342415" y="3557834"/>
            <a:chExt cx="1220448" cy="1202016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659DFB-3931-F5B9-D98A-9908810504C7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" name="Trapezoide 18">
              <a:extLst>
                <a:ext uri="{FF2B5EF4-FFF2-40B4-BE49-F238E27FC236}">
                  <a16:creationId xmlns:a16="http://schemas.microsoft.com/office/drawing/2014/main" id="{2FE827CF-E26C-9D71-FC9C-F256E12BD28C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3F9132AC-6A06-5E2F-E726-9144C14EE4F0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40773BD4-CB3A-9ABD-11FA-9014968FBFA5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DE17FFC-E634-A753-A9CC-D0A39FC212B5}"/>
                </a:ext>
              </a:extLst>
            </p:cNvPr>
            <p:cNvSpPr txBox="1"/>
            <p:nvPr/>
          </p:nvSpPr>
          <p:spPr>
            <a:xfrm>
              <a:off x="492377" y="4059450"/>
              <a:ext cx="1006092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08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06B7B0AD-484B-0A88-50B2-BC5E69864E78}"/>
              </a:ext>
            </a:extLst>
          </p:cNvPr>
          <p:cNvCxnSpPr>
            <a:cxnSpLocks/>
          </p:cNvCxnSpPr>
          <p:nvPr/>
        </p:nvCxnSpPr>
        <p:spPr>
          <a:xfrm flipV="1">
            <a:off x="7360143" y="3033640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2A32EF71-5C4F-C016-2A3C-D0FBC39DA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7047805" y="3432970"/>
            <a:ext cx="637565" cy="711976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539DF213-B8E6-F5DE-CBAD-5BEA711C3D43}"/>
              </a:ext>
            </a:extLst>
          </p:cNvPr>
          <p:cNvSpPr/>
          <p:nvPr/>
        </p:nvSpPr>
        <p:spPr>
          <a:xfrm>
            <a:off x="7266312" y="4199320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58DDD54D-3B1A-5956-1DCF-BE699F9DA04A}"/>
              </a:ext>
            </a:extLst>
          </p:cNvPr>
          <p:cNvSpPr/>
          <p:nvPr/>
        </p:nvSpPr>
        <p:spPr>
          <a:xfrm>
            <a:off x="7265121" y="3184910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B0FC993-E4B3-2259-5E98-A11FA3313F39}"/>
              </a:ext>
            </a:extLst>
          </p:cNvPr>
          <p:cNvSpPr/>
          <p:nvPr/>
        </p:nvSpPr>
        <p:spPr>
          <a:xfrm>
            <a:off x="8099416" y="5669555"/>
            <a:ext cx="251756" cy="1193143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69EBB595-E542-BA5D-D390-E2DE55F26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7800774" y="5077272"/>
            <a:ext cx="793771" cy="700838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2008822-281A-D0F1-FF73-03FE915B28C9}"/>
              </a:ext>
            </a:extLst>
          </p:cNvPr>
          <p:cNvCxnSpPr>
            <a:cxnSpLocks/>
          </p:cNvCxnSpPr>
          <p:nvPr/>
        </p:nvCxnSpPr>
        <p:spPr>
          <a:xfrm flipH="1" flipV="1">
            <a:off x="8260925" y="4020149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FF4FF328-0A32-C572-4059-6E2759FE9D53}"/>
              </a:ext>
            </a:extLst>
          </p:cNvPr>
          <p:cNvGrpSpPr/>
          <p:nvPr/>
        </p:nvGrpSpPr>
        <p:grpSpPr>
          <a:xfrm>
            <a:off x="7937718" y="4534099"/>
            <a:ext cx="625045" cy="615566"/>
            <a:chOff x="342415" y="3557834"/>
            <a:chExt cx="1220448" cy="1202016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D8B6D405-FD87-1B84-C041-64B84A360F8E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2" name="Trapezoide 31">
              <a:extLst>
                <a:ext uri="{FF2B5EF4-FFF2-40B4-BE49-F238E27FC236}">
                  <a16:creationId xmlns:a16="http://schemas.microsoft.com/office/drawing/2014/main" id="{66460B70-FC82-14CA-D5E7-E9F2B481C805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62429527-E466-F2C5-804D-F9659962FA29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21DE6B0-B6A0-C417-0E1B-1EA24EEC7336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0DE7057-CC3E-4CCF-4228-F80EB7617A5A}"/>
                </a:ext>
              </a:extLst>
            </p:cNvPr>
            <p:cNvSpPr txBox="1"/>
            <p:nvPr/>
          </p:nvSpPr>
          <p:spPr>
            <a:xfrm>
              <a:off x="490426" y="4059450"/>
              <a:ext cx="1059446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02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78A1A687-736E-AEE0-BD7B-9F76983F14AF}"/>
              </a:ext>
            </a:extLst>
          </p:cNvPr>
          <p:cNvCxnSpPr>
            <a:cxnSpLocks/>
          </p:cNvCxnSpPr>
          <p:nvPr/>
        </p:nvCxnSpPr>
        <p:spPr>
          <a:xfrm flipV="1">
            <a:off x="8256432" y="3023457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Imagem 36">
            <a:extLst>
              <a:ext uri="{FF2B5EF4-FFF2-40B4-BE49-F238E27FC236}">
                <a16:creationId xmlns:a16="http://schemas.microsoft.com/office/drawing/2014/main" id="{C99C9C99-9C42-E709-FCC0-E64D57ABB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7944095" y="3422787"/>
            <a:ext cx="637565" cy="711976"/>
          </a:xfrm>
          <a:prstGeom prst="rect">
            <a:avLst/>
          </a:prstGeom>
        </p:spPr>
      </p:pic>
      <p:sp>
        <p:nvSpPr>
          <p:cNvPr id="38" name="Elipse 37">
            <a:extLst>
              <a:ext uri="{FF2B5EF4-FFF2-40B4-BE49-F238E27FC236}">
                <a16:creationId xmlns:a16="http://schemas.microsoft.com/office/drawing/2014/main" id="{483CDB2B-1059-555A-FB90-4142DC052253}"/>
              </a:ext>
            </a:extLst>
          </p:cNvPr>
          <p:cNvSpPr/>
          <p:nvPr/>
        </p:nvSpPr>
        <p:spPr>
          <a:xfrm>
            <a:off x="8162602" y="418913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6BA0A34-BD30-2579-44AA-D6044682D5BD}"/>
              </a:ext>
            </a:extLst>
          </p:cNvPr>
          <p:cNvSpPr/>
          <p:nvPr/>
        </p:nvSpPr>
        <p:spPr>
          <a:xfrm>
            <a:off x="8161411" y="3174728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1352515-2600-EDF9-4726-0CA30DA6309B}"/>
              </a:ext>
            </a:extLst>
          </p:cNvPr>
          <p:cNvSpPr/>
          <p:nvPr/>
        </p:nvSpPr>
        <p:spPr>
          <a:xfrm>
            <a:off x="9003849" y="5657466"/>
            <a:ext cx="251756" cy="1193143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B91D86D7-8757-17E3-A642-DFFC9A91B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8705207" y="5065182"/>
            <a:ext cx="793771" cy="700838"/>
          </a:xfrm>
          <a:prstGeom prst="rect">
            <a:avLst/>
          </a:prstGeom>
        </p:spPr>
      </p:pic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5002C7AE-3E8D-4543-AE8C-7403E7FD1E6A}"/>
              </a:ext>
            </a:extLst>
          </p:cNvPr>
          <p:cNvCxnSpPr>
            <a:cxnSpLocks/>
          </p:cNvCxnSpPr>
          <p:nvPr/>
        </p:nvCxnSpPr>
        <p:spPr>
          <a:xfrm flipH="1" flipV="1">
            <a:off x="9165359" y="4008060"/>
            <a:ext cx="731" cy="11310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FDCED8C3-A6F9-8273-4784-8ED564372F78}"/>
              </a:ext>
            </a:extLst>
          </p:cNvPr>
          <p:cNvGrpSpPr/>
          <p:nvPr/>
        </p:nvGrpSpPr>
        <p:grpSpPr>
          <a:xfrm>
            <a:off x="8842153" y="4522010"/>
            <a:ext cx="625045" cy="615566"/>
            <a:chOff x="342415" y="3557834"/>
            <a:chExt cx="1220448" cy="1202016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F1C5C9EC-02DD-902B-ACD2-AD3A59E2258C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5" name="Trapezoide 44">
              <a:extLst>
                <a:ext uri="{FF2B5EF4-FFF2-40B4-BE49-F238E27FC236}">
                  <a16:creationId xmlns:a16="http://schemas.microsoft.com/office/drawing/2014/main" id="{EB1A1A45-DFE0-E4BF-3D3C-C17101806795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F199FFA1-E260-99AD-8CF2-A95C2D0688C5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83244C58-55A2-9824-D936-1F74FC598095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9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700" dirty="0">
                  <a:latin typeface="Manrope ExtraBold" pitchFamily="2" charset="0"/>
                </a:rPr>
                <a:t>ATENÇÃO</a:t>
              </a:r>
              <a:endParaRPr lang="pt-BR" sz="786" dirty="0">
                <a:latin typeface="Manrope ExtraBold" pitchFamily="2" charset="0"/>
              </a:endParaRP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7455DDA0-6140-0BF3-6F18-1554DE407ADF}"/>
                </a:ext>
              </a:extLst>
            </p:cNvPr>
            <p:cNvSpPr txBox="1"/>
            <p:nvPr/>
          </p:nvSpPr>
          <p:spPr>
            <a:xfrm>
              <a:off x="477576" y="4149233"/>
              <a:ext cx="915202" cy="43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57" dirty="0">
                  <a:latin typeface="Manrope ExtraBold" pitchFamily="2" charset="0"/>
                </a:rPr>
                <a:t>N° 07</a:t>
              </a:r>
              <a:endParaRPr lang="pt-BR" sz="1000" dirty="0">
                <a:latin typeface="Manrope ExtraBold" pitchFamily="2" charset="0"/>
              </a:endParaRPr>
            </a:p>
          </p:txBody>
        </p:sp>
      </p:grp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D51F86DB-A606-2070-EFAB-40C4D3716A3A}"/>
              </a:ext>
            </a:extLst>
          </p:cNvPr>
          <p:cNvCxnSpPr>
            <a:cxnSpLocks/>
          </p:cNvCxnSpPr>
          <p:nvPr/>
        </p:nvCxnSpPr>
        <p:spPr>
          <a:xfrm flipV="1">
            <a:off x="9160867" y="3011368"/>
            <a:ext cx="4388" cy="87257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Imagem 49">
            <a:extLst>
              <a:ext uri="{FF2B5EF4-FFF2-40B4-BE49-F238E27FC236}">
                <a16:creationId xmlns:a16="http://schemas.microsoft.com/office/drawing/2014/main" id="{AC8C1CE1-64C7-0523-E6E7-8E3CCFA33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8848529" y="3410698"/>
            <a:ext cx="637565" cy="711976"/>
          </a:xfrm>
          <a:prstGeom prst="rect">
            <a:avLst/>
          </a:prstGeom>
        </p:spPr>
      </p:pic>
      <p:sp>
        <p:nvSpPr>
          <p:cNvPr id="51" name="Elipse 50">
            <a:extLst>
              <a:ext uri="{FF2B5EF4-FFF2-40B4-BE49-F238E27FC236}">
                <a16:creationId xmlns:a16="http://schemas.microsoft.com/office/drawing/2014/main" id="{DBB639E9-EB71-2559-F034-3F86787C6DC2}"/>
              </a:ext>
            </a:extLst>
          </p:cNvPr>
          <p:cNvSpPr/>
          <p:nvPr/>
        </p:nvSpPr>
        <p:spPr>
          <a:xfrm>
            <a:off x="9067036" y="4177047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BF22184-1195-39C9-49B9-B6F563A53303}"/>
              </a:ext>
            </a:extLst>
          </p:cNvPr>
          <p:cNvSpPr/>
          <p:nvPr/>
        </p:nvSpPr>
        <p:spPr>
          <a:xfrm>
            <a:off x="9065845" y="3162639"/>
            <a:ext cx="194219" cy="1990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201" name="Imagem 200">
            <a:extLst>
              <a:ext uri="{FF2B5EF4-FFF2-40B4-BE49-F238E27FC236}">
                <a16:creationId xmlns:a16="http://schemas.microsoft.com/office/drawing/2014/main" id="{AC69A36C-F150-A8A1-93CF-9A347D9F8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sp>
        <p:nvSpPr>
          <p:cNvPr id="58" name="Retângulo 57">
            <a:extLst>
              <a:ext uri="{FF2B5EF4-FFF2-40B4-BE49-F238E27FC236}">
                <a16:creationId xmlns:a16="http://schemas.microsoft.com/office/drawing/2014/main" id="{C1287900-5D63-7E3A-61D4-D82D89D8DE79}"/>
              </a:ext>
            </a:extLst>
          </p:cNvPr>
          <p:cNvSpPr/>
          <p:nvPr/>
        </p:nvSpPr>
        <p:spPr>
          <a:xfrm>
            <a:off x="406772" y="2663140"/>
            <a:ext cx="3787462" cy="4274529"/>
          </a:xfrm>
          <a:prstGeom prst="rect">
            <a:avLst/>
          </a:prstGeom>
          <a:noFill/>
          <a:ln w="38100">
            <a:solidFill>
              <a:srgbClr val="0074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325EEA06-5B30-6C77-7198-4B230AD9DEE9}"/>
              </a:ext>
            </a:extLst>
          </p:cNvPr>
          <p:cNvSpPr/>
          <p:nvPr/>
        </p:nvSpPr>
        <p:spPr>
          <a:xfrm>
            <a:off x="4265828" y="2663140"/>
            <a:ext cx="1738610" cy="4274529"/>
          </a:xfrm>
          <a:prstGeom prst="rect">
            <a:avLst/>
          </a:prstGeom>
          <a:noFill/>
          <a:ln w="38100">
            <a:solidFill>
              <a:srgbClr val="F37A1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7E976CAE-75E5-E637-335E-E2AA1BFBB8DA}"/>
              </a:ext>
            </a:extLst>
          </p:cNvPr>
          <p:cNvSpPr/>
          <p:nvPr/>
        </p:nvSpPr>
        <p:spPr>
          <a:xfrm>
            <a:off x="6082199" y="2663139"/>
            <a:ext cx="1738610" cy="4274529"/>
          </a:xfrm>
          <a:prstGeom prst="rect">
            <a:avLst/>
          </a:prstGeom>
          <a:noFill/>
          <a:ln w="38100">
            <a:solidFill>
              <a:srgbClr val="9D217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D3DC8ECB-8F75-3F22-7C9A-3851A793F4DD}"/>
              </a:ext>
            </a:extLst>
          </p:cNvPr>
          <p:cNvSpPr/>
          <p:nvPr/>
        </p:nvSpPr>
        <p:spPr>
          <a:xfrm>
            <a:off x="7866839" y="2663140"/>
            <a:ext cx="1628924" cy="4274529"/>
          </a:xfrm>
          <a:prstGeom prst="rect">
            <a:avLst/>
          </a:prstGeom>
          <a:noFill/>
          <a:ln w="38100">
            <a:solidFill>
              <a:srgbClr val="DCE13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884AFE99-374B-4A25-080A-BDD87ADE9707}"/>
              </a:ext>
            </a:extLst>
          </p:cNvPr>
          <p:cNvSpPr/>
          <p:nvPr/>
        </p:nvSpPr>
        <p:spPr>
          <a:xfrm>
            <a:off x="1552739" y="2320085"/>
            <a:ext cx="1331004" cy="255385"/>
          </a:xfrm>
          <a:prstGeom prst="roundRect">
            <a:avLst>
              <a:gd name="adj" fmla="val 50000"/>
            </a:avLst>
          </a:prstGeom>
          <a:solidFill>
            <a:srgbClr val="00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9ED8BA8-A6C0-E5E3-1DD9-23205497FFF5}"/>
              </a:ext>
            </a:extLst>
          </p:cNvPr>
          <p:cNvSpPr txBox="1"/>
          <p:nvPr/>
        </p:nvSpPr>
        <p:spPr>
          <a:xfrm>
            <a:off x="1552739" y="2306901"/>
            <a:ext cx="1331004" cy="31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ARMAZÉM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1A9738A6-A9CD-F849-9409-E3E24F5C13FA}"/>
              </a:ext>
            </a:extLst>
          </p:cNvPr>
          <p:cNvGrpSpPr/>
          <p:nvPr/>
        </p:nvGrpSpPr>
        <p:grpSpPr>
          <a:xfrm>
            <a:off x="4019204" y="2321022"/>
            <a:ext cx="1092834" cy="312265"/>
            <a:chOff x="6806500" y="3142396"/>
            <a:chExt cx="1657007" cy="437171"/>
          </a:xfrm>
        </p:grpSpPr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662383FB-3284-6B21-F987-FFE8E5BD1040}"/>
                </a:ext>
              </a:extLst>
            </p:cNvPr>
            <p:cNvSpPr/>
            <p:nvPr/>
          </p:nvSpPr>
          <p:spPr>
            <a:xfrm>
              <a:off x="6952203" y="3149531"/>
              <a:ext cx="1359470" cy="372990"/>
            </a:xfrm>
            <a:prstGeom prst="roundRect">
              <a:avLst>
                <a:gd name="adj" fmla="val 50000"/>
              </a:avLst>
            </a:prstGeom>
            <a:solidFill>
              <a:srgbClr val="F37A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89DE316A-10B5-B01C-61D4-809F657D4139}"/>
                </a:ext>
              </a:extLst>
            </p:cNvPr>
            <p:cNvSpPr txBox="1"/>
            <p:nvPr/>
          </p:nvSpPr>
          <p:spPr>
            <a:xfrm>
              <a:off x="6806500" y="3142396"/>
              <a:ext cx="1657007" cy="437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3340-02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4139C6C2-0FDD-46C5-469C-A3B5AF2457D1}"/>
              </a:ext>
            </a:extLst>
          </p:cNvPr>
          <p:cNvSpPr/>
          <p:nvPr/>
        </p:nvSpPr>
        <p:spPr>
          <a:xfrm>
            <a:off x="6416769" y="2317852"/>
            <a:ext cx="971050" cy="266421"/>
          </a:xfrm>
          <a:prstGeom prst="roundRect">
            <a:avLst>
              <a:gd name="adj" fmla="val 50000"/>
            </a:avLst>
          </a:prstGeom>
          <a:solidFill>
            <a:srgbClr val="9D21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8DB58AB3-2714-B5B9-37BD-359BE12DA885}"/>
              </a:ext>
            </a:extLst>
          </p:cNvPr>
          <p:cNvSpPr txBox="1"/>
          <p:nvPr/>
        </p:nvSpPr>
        <p:spPr>
          <a:xfrm>
            <a:off x="6452887" y="2304462"/>
            <a:ext cx="890428" cy="31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3340-04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161" name="Retângulo: Cantos Arredondados 160">
            <a:extLst>
              <a:ext uri="{FF2B5EF4-FFF2-40B4-BE49-F238E27FC236}">
                <a16:creationId xmlns:a16="http://schemas.microsoft.com/office/drawing/2014/main" id="{11A58FBC-4E8A-924D-AA24-34C1B7BE596A}"/>
              </a:ext>
            </a:extLst>
          </p:cNvPr>
          <p:cNvSpPr/>
          <p:nvPr/>
        </p:nvSpPr>
        <p:spPr>
          <a:xfrm>
            <a:off x="8132022" y="2332554"/>
            <a:ext cx="971050" cy="266421"/>
          </a:xfrm>
          <a:prstGeom prst="roundRect">
            <a:avLst>
              <a:gd name="adj" fmla="val 50000"/>
            </a:avLst>
          </a:prstGeom>
          <a:solidFill>
            <a:srgbClr val="DCE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3" name="CaixaDeTexto 162">
            <a:extLst>
              <a:ext uri="{FF2B5EF4-FFF2-40B4-BE49-F238E27FC236}">
                <a16:creationId xmlns:a16="http://schemas.microsoft.com/office/drawing/2014/main" id="{09F663FA-09B7-1A63-4733-18F3DB0EF7CA}"/>
              </a:ext>
            </a:extLst>
          </p:cNvPr>
          <p:cNvSpPr txBox="1"/>
          <p:nvPr/>
        </p:nvSpPr>
        <p:spPr>
          <a:xfrm>
            <a:off x="8154326" y="2326110"/>
            <a:ext cx="890428" cy="31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3240-02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46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BCA6-0E88-B55A-DDBA-3A2E3997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F31E5B1-B070-9C71-F174-D142ADFFEA61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708FB886-91B4-BCBD-59DC-85E832B1F76E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ABA59E6D-F7FE-C988-F446-D4623187FBD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04D53F9-E954-9336-88FD-44BE43EEC466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35C2044-E896-6125-6279-5854F171056A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D95D8099-91D7-AA08-4DF7-6F9A50A8A9DB}"/>
              </a:ext>
            </a:extLst>
          </p:cNvPr>
          <p:cNvGrpSpPr/>
          <p:nvPr/>
        </p:nvGrpSpPr>
        <p:grpSpPr>
          <a:xfrm>
            <a:off x="986593" y="768415"/>
            <a:ext cx="2134274" cy="822251"/>
            <a:chOff x="1270656" y="3129842"/>
            <a:chExt cx="2250927" cy="906540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0675BD64-8CB4-1106-6DCD-E953B7B521AC}"/>
                </a:ext>
              </a:extLst>
            </p:cNvPr>
            <p:cNvSpPr/>
            <p:nvPr/>
          </p:nvSpPr>
          <p:spPr>
            <a:xfrm>
              <a:off x="1270656" y="3129842"/>
              <a:ext cx="2241863" cy="906540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10F96794-F2BE-0590-E159-4F35991A1FA4}"/>
                </a:ext>
              </a:extLst>
            </p:cNvPr>
            <p:cNvSpPr txBox="1"/>
            <p:nvPr/>
          </p:nvSpPr>
          <p:spPr>
            <a:xfrm>
              <a:off x="1279720" y="3336010"/>
              <a:ext cx="2241863" cy="537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571" dirty="0">
                  <a:solidFill>
                    <a:schemeClr val="bg1"/>
                  </a:solidFill>
                  <a:latin typeface="Manrope ExtraBold" pitchFamily="2" charset="0"/>
                </a:rPr>
                <a:t>ARMAZÉM 2</a:t>
              </a:r>
            </a:p>
          </p:txBody>
        </p:sp>
      </p:grp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0C61DB7B-0990-C24F-3677-0B4ECFB9FCCE}"/>
              </a:ext>
            </a:extLst>
          </p:cNvPr>
          <p:cNvSpPr txBox="1"/>
          <p:nvPr/>
        </p:nvSpPr>
        <p:spPr>
          <a:xfrm>
            <a:off x="722068" y="230462"/>
            <a:ext cx="2744806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6">
                <a:solidFill>
                  <a:srgbClr val="F37A19"/>
                </a:solidFill>
                <a:latin typeface="Manrope ExtraBold" pitchFamily="2" charset="0"/>
              </a:rPr>
              <a:t>LAÇO 1 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CD48065C-0C70-E078-A917-180D3055678E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5E87BD6D-DAD0-7C36-31B2-678698B14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CBD2A059-E202-51FD-72A2-BBD3154BE8C4}"/>
              </a:ext>
            </a:extLst>
          </p:cNvPr>
          <p:cNvGrpSpPr/>
          <p:nvPr/>
        </p:nvGrpSpPr>
        <p:grpSpPr>
          <a:xfrm>
            <a:off x="45525" y="2304462"/>
            <a:ext cx="9814949" cy="4633207"/>
            <a:chOff x="362857" y="2304462"/>
            <a:chExt cx="9136121" cy="4633207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4134F772-9AD3-A8B6-3D47-DEA539D436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0122" y="3032414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B5211854-C309-4EEE-4D43-0C6FC6AF1EA4}"/>
                </a:ext>
              </a:extLst>
            </p:cNvPr>
            <p:cNvSpPr/>
            <p:nvPr/>
          </p:nvSpPr>
          <p:spPr>
            <a:xfrm>
              <a:off x="1664121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643714AC-4C95-0DEF-7B6C-2415A83DB536}"/>
                </a:ext>
              </a:extLst>
            </p:cNvPr>
            <p:cNvSpPr/>
            <p:nvPr/>
          </p:nvSpPr>
          <p:spPr>
            <a:xfrm>
              <a:off x="2602133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54A86D59-637A-CF8B-07F5-79B968E9B2A5}"/>
                </a:ext>
              </a:extLst>
            </p:cNvPr>
            <p:cNvSpPr/>
            <p:nvPr/>
          </p:nvSpPr>
          <p:spPr>
            <a:xfrm>
              <a:off x="657292" y="5657466"/>
              <a:ext cx="251756" cy="122519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AAFF1AE1-8FC8-F6DF-360A-F4C1B1079F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21" y="4008060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AD4E1EB1-7A9F-E7F7-4970-875BFF668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62857" y="5065182"/>
              <a:ext cx="793771" cy="700838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27DE02C6-15CC-3404-6D9C-8B26826F3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373779" y="5065182"/>
              <a:ext cx="793771" cy="700838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881338E5-206B-4D4B-63FC-2CA6678DA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303492" y="5065182"/>
              <a:ext cx="793771" cy="700838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1258ED3A-825D-0624-0187-882CEB352C54}"/>
                </a:ext>
              </a:extLst>
            </p:cNvPr>
            <p:cNvGrpSpPr/>
            <p:nvPr/>
          </p:nvGrpSpPr>
          <p:grpSpPr>
            <a:xfrm>
              <a:off x="469423" y="4522010"/>
              <a:ext cx="625045" cy="615566"/>
              <a:chOff x="342415" y="3557834"/>
              <a:chExt cx="1220448" cy="1202016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BA8C8545-6164-95FB-5B7E-2D78593729B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62876371-3079-8E5B-3A8A-400D3CA6BA8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126D0D07-259C-3434-2F3F-4ABDE8B722D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1C341BA7-3A7D-D571-EEA4-D1811C93BC1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6FAA312B-BA24-453D-1B90-AB77607FB7FA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14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1FF4AE04-AD69-AC4D-892D-F1CED6828EE3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1787641" y="2996308"/>
              <a:ext cx="21639" cy="208369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AFA1AF5E-8C3D-97C4-9A01-C5D2A5C2F57C}"/>
                </a:ext>
              </a:extLst>
            </p:cNvPr>
            <p:cNvGrpSpPr/>
            <p:nvPr/>
          </p:nvGrpSpPr>
          <p:grpSpPr>
            <a:xfrm>
              <a:off x="1475118" y="4522010"/>
              <a:ext cx="625045" cy="615566"/>
              <a:chOff x="342415" y="3557834"/>
              <a:chExt cx="1220448" cy="1202016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6A9DAA46-D2C9-C633-319A-15EC2063BCF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3AAADFC7-051B-8B6F-2B47-4BD5B9CD6598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0F5B1F36-A0D5-2347-596D-7FB4A9B4BB8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03C06475-662A-67A3-0B46-61C7679EC93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263FA69A-4075-9724-B7AE-4AD2E2C43009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N°15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EC919C5E-7A29-E522-995F-55DC242E97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79780" y="400805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D380CEB9-D132-66FE-30F6-B06363EADF62}"/>
                </a:ext>
              </a:extLst>
            </p:cNvPr>
            <p:cNvGrpSpPr/>
            <p:nvPr/>
          </p:nvGrpSpPr>
          <p:grpSpPr>
            <a:xfrm>
              <a:off x="2416233" y="4522010"/>
              <a:ext cx="625045" cy="615566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8E2D14A9-7DA5-9BD1-3828-24EF2C19752D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FB7B75F2-E085-C0F3-590F-B6460B0A534C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DD38E5AE-8239-F117-10D2-C3249B5CC5BE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BFC7DCD0-9ED2-646F-39BD-DF4CF33F02B6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3EECF334-1A9A-A7A3-D5BF-B186FE81E22C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19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4637FD47-741F-7190-367D-B4107B91C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63" y="299630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6BB49002-38A3-448A-D79C-8B39FFA18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151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F8C51BE6-04C8-58FC-7D61-441DDDEA4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83869" y="3410698"/>
              <a:ext cx="637565" cy="711976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4B31ED2A-F272-342E-DBE2-610000217507}"/>
                </a:ext>
              </a:extLst>
            </p:cNvPr>
            <p:cNvSpPr/>
            <p:nvPr/>
          </p:nvSpPr>
          <p:spPr>
            <a:xfrm>
              <a:off x="70100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3B244669-9FA6-3DF9-033E-64DDF4A85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489564" y="3410698"/>
              <a:ext cx="637565" cy="711976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773BC35E-C50F-3A01-4541-8367F68C8F8D}"/>
                </a:ext>
              </a:extLst>
            </p:cNvPr>
            <p:cNvSpPr/>
            <p:nvPr/>
          </p:nvSpPr>
          <p:spPr>
            <a:xfrm>
              <a:off x="170341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D75A1B98-68EB-91CA-D76C-86E08E1F1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454882" y="3410698"/>
              <a:ext cx="637565" cy="711976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3F71828F-877E-B265-43A0-15A5B7EC72FE}"/>
                </a:ext>
              </a:extLst>
            </p:cNvPr>
            <p:cNvSpPr/>
            <p:nvPr/>
          </p:nvSpPr>
          <p:spPr>
            <a:xfrm>
              <a:off x="2689525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5562B8ED-6230-4C49-4E96-13863FFC3F80}"/>
                </a:ext>
              </a:extLst>
            </p:cNvPr>
            <p:cNvSpPr/>
            <p:nvPr/>
          </p:nvSpPr>
          <p:spPr>
            <a:xfrm>
              <a:off x="705541" y="3169284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56F2DD2C-4E6A-EB1B-B75B-AB9D53F6E180}"/>
                </a:ext>
              </a:extLst>
            </p:cNvPr>
            <p:cNvSpPr/>
            <p:nvPr/>
          </p:nvSpPr>
          <p:spPr>
            <a:xfrm>
              <a:off x="1709285" y="31559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0592E533-1AAD-6126-6D76-27346A70146B}"/>
                </a:ext>
              </a:extLst>
            </p:cNvPr>
            <p:cNvSpPr/>
            <p:nvPr/>
          </p:nvSpPr>
          <p:spPr>
            <a:xfrm>
              <a:off x="2664129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70FE44AA-3AEB-B52D-A5DB-070DA0D8CE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240" y="3001842"/>
              <a:ext cx="8369482" cy="282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5E2C090B-62FE-132A-CC64-027CBA7739FB}"/>
                </a:ext>
              </a:extLst>
            </p:cNvPr>
            <p:cNvSpPr/>
            <p:nvPr/>
          </p:nvSpPr>
          <p:spPr>
            <a:xfrm>
              <a:off x="4473141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1FEAD1C4-DB32-473E-E7A8-0248BA5DEEF5}"/>
                </a:ext>
              </a:extLst>
            </p:cNvPr>
            <p:cNvSpPr/>
            <p:nvPr/>
          </p:nvSpPr>
          <p:spPr>
            <a:xfrm>
              <a:off x="5411065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D546AFD8-EE81-9F29-A21B-DD4A970C9C61}"/>
                </a:ext>
              </a:extLst>
            </p:cNvPr>
            <p:cNvSpPr/>
            <p:nvPr/>
          </p:nvSpPr>
          <p:spPr>
            <a:xfrm>
              <a:off x="3579267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44B1D1D2-DF09-5C0A-000D-AFC785F99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591" y="4013642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5125143B-18F7-F51A-CDDE-6374C818E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276764" y="5070765"/>
              <a:ext cx="793771" cy="700838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76A6C8F5-D454-C307-CDBB-502574847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182797" y="5070765"/>
              <a:ext cx="793771" cy="700838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6F438CF6-E72E-5CD2-9766-A9703E972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112424" y="5085645"/>
              <a:ext cx="793771" cy="700838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064DB58A-29D8-6B62-34AA-9A15DEE30B59}"/>
                </a:ext>
              </a:extLst>
            </p:cNvPr>
            <p:cNvGrpSpPr/>
            <p:nvPr/>
          </p:nvGrpSpPr>
          <p:grpSpPr>
            <a:xfrm>
              <a:off x="3383330" y="4527593"/>
              <a:ext cx="625045" cy="615566"/>
              <a:chOff x="342415" y="3557834"/>
              <a:chExt cx="1220448" cy="1202016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0146BE86-30AA-5BC8-2E66-0015967BB1F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FCE822B2-4577-0891-F6C6-AEC636B389C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6E04E9D8-9365-E7FF-5657-7CA51579CF3F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A5F44C8-8F1D-2740-2E34-7C9D7A7C5B9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A2E0742E-98BF-4796-3A60-34B1D63EBB0B}"/>
                  </a:ext>
                </a:extLst>
              </p:cNvPr>
              <p:cNvSpPr txBox="1"/>
              <p:nvPr/>
            </p:nvSpPr>
            <p:spPr>
              <a:xfrm>
                <a:off x="479480" y="4107709"/>
                <a:ext cx="936112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20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DFABB4C5-9258-DA81-2A15-BC82E2300B50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4596660" y="3011368"/>
              <a:ext cx="12885" cy="20742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46414CD2-F36F-FD60-6FD3-4B5D8BD29903}"/>
                </a:ext>
              </a:extLst>
            </p:cNvPr>
            <p:cNvGrpSpPr/>
            <p:nvPr/>
          </p:nvGrpSpPr>
          <p:grpSpPr>
            <a:xfrm>
              <a:off x="4284138" y="4527593"/>
              <a:ext cx="625045" cy="615566"/>
              <a:chOff x="342415" y="3557834"/>
              <a:chExt cx="1220448" cy="1202016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672D8912-35D4-462A-56FD-71401B5391C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3253368B-9415-E578-FE0A-F0B0AF94916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60DB6DBE-2204-4928-44D3-C69F1F61556A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B687E772-7954-C14D-49CC-AE7EFAA5D421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A72B6424-7FB1-BDCE-80AC-5BCE51B78FB1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11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62A3F0C5-E800-B30B-B1C3-9C6F2BB19F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8711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41EA8C3C-1F66-63F3-833A-B33385141474}"/>
                </a:ext>
              </a:extLst>
            </p:cNvPr>
            <p:cNvGrpSpPr/>
            <p:nvPr/>
          </p:nvGrpSpPr>
          <p:grpSpPr>
            <a:xfrm>
              <a:off x="5249368" y="4542473"/>
              <a:ext cx="625045" cy="615566"/>
              <a:chOff x="342415" y="3557834"/>
              <a:chExt cx="1220448" cy="1202016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ACCC3A11-2226-8463-F203-234D5196330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42189EC7-2097-8C76-9325-E0CA49452FD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71A20E1E-FBA7-86B4-B184-AE4D4CF2EC6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18B49848-FF2D-4CE0-FEEA-6F9478B5375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A089780C-6109-D37E-797A-97B0B071F433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16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06250E7A-1105-4D31-1C2E-ABB24A694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082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4D68AFDD-0D92-B114-E1BA-C6B64E2F5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381638" y="3416281"/>
              <a:ext cx="637565" cy="711976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1594E122-62FC-E524-9FE2-0E5F8C0CBE8C}"/>
                </a:ext>
              </a:extLst>
            </p:cNvPr>
            <p:cNvSpPr/>
            <p:nvPr/>
          </p:nvSpPr>
          <p:spPr>
            <a:xfrm>
              <a:off x="3590707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0F07378A-6509-2082-6963-E51FB229B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298582" y="3416281"/>
              <a:ext cx="637565" cy="711976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61AEDB17-8A11-BDAA-D4DE-F502F76A6399}"/>
                </a:ext>
              </a:extLst>
            </p:cNvPr>
            <p:cNvSpPr/>
            <p:nvPr/>
          </p:nvSpPr>
          <p:spPr>
            <a:xfrm>
              <a:off x="4504366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60662EC2-80BA-5A6B-E6D7-CCE0C4B49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263813" y="3431161"/>
              <a:ext cx="637565" cy="711976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E2F89D74-6782-A5B7-B633-E3C5739A94B3}"/>
                </a:ext>
              </a:extLst>
            </p:cNvPr>
            <p:cNvSpPr/>
            <p:nvPr/>
          </p:nvSpPr>
          <p:spPr>
            <a:xfrm>
              <a:off x="549038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9DF9D518-64B8-FFCF-DAF1-1400D53E20E7}"/>
                </a:ext>
              </a:extLst>
            </p:cNvPr>
            <p:cNvSpPr/>
            <p:nvPr/>
          </p:nvSpPr>
          <p:spPr>
            <a:xfrm>
              <a:off x="3597868" y="317486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AD10A4F4-C22D-8004-37CA-8F5FED7F7F8A}"/>
                </a:ext>
              </a:extLst>
            </p:cNvPr>
            <p:cNvSpPr/>
            <p:nvPr/>
          </p:nvSpPr>
          <p:spPr>
            <a:xfrm>
              <a:off x="4510235" y="316148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7ACAF781-7E5C-1F2E-48CA-CE63ECEB5BDD}"/>
                </a:ext>
              </a:extLst>
            </p:cNvPr>
            <p:cNvSpPr/>
            <p:nvPr/>
          </p:nvSpPr>
          <p:spPr>
            <a:xfrm>
              <a:off x="5473061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E29C7AEF-1319-82E1-2CE4-14BEB569749C}"/>
                </a:ext>
              </a:extLst>
            </p:cNvPr>
            <p:cNvSpPr/>
            <p:nvPr/>
          </p:nvSpPr>
          <p:spPr>
            <a:xfrm>
              <a:off x="6364372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421DBFDE-6008-A757-A13B-70D13E2BD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065731" y="5085645"/>
              <a:ext cx="793771" cy="700838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F03E7BE7-4EC2-B66B-A334-27D3240C6E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5882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BF4F3082-C8D3-8955-B7B4-D1F20637E09E}"/>
                </a:ext>
              </a:extLst>
            </p:cNvPr>
            <p:cNvGrpSpPr/>
            <p:nvPr/>
          </p:nvGrpSpPr>
          <p:grpSpPr>
            <a:xfrm>
              <a:off x="6202675" y="4542473"/>
              <a:ext cx="625045" cy="615566"/>
              <a:chOff x="342415" y="3557834"/>
              <a:chExt cx="1220448" cy="1202016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F2D16CBC-B111-91DE-A764-6B7F3059A4DB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4C89F008-1969-A78A-A7A7-F218B1732EF0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FD8E7656-0EBC-69C8-52EC-389BFC554048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F7361D07-7AB2-0D67-5E8B-93AC92DD2C22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80A0B6D4-AB64-FE1B-8E8B-F165096065F4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13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6DEC5D05-1A4E-AD79-E47C-98D3AA64A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90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34559DD0-C03D-75C3-67A6-1FE6453FF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209053" y="3431161"/>
              <a:ext cx="637565" cy="711976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E70F5464-D07A-E086-63F2-2E0FDCCDFED5}"/>
                </a:ext>
              </a:extLst>
            </p:cNvPr>
            <p:cNvSpPr/>
            <p:nvPr/>
          </p:nvSpPr>
          <p:spPr>
            <a:xfrm>
              <a:off x="642755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842D3AB3-8AF6-11B9-4230-8A2158B8FA46}"/>
                </a:ext>
              </a:extLst>
            </p:cNvPr>
            <p:cNvSpPr/>
            <p:nvPr/>
          </p:nvSpPr>
          <p:spPr>
            <a:xfrm>
              <a:off x="6426368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29B8F7A-CC44-83D5-D5A4-03718C14CFCF}"/>
                </a:ext>
              </a:extLst>
            </p:cNvPr>
            <p:cNvSpPr/>
            <p:nvPr/>
          </p:nvSpPr>
          <p:spPr>
            <a:xfrm>
              <a:off x="7203126" y="5679738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3693F802-FA73-6951-27A4-9419A0AAC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904484" y="5087454"/>
              <a:ext cx="793771" cy="700838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86CFBC7-AC21-0A28-A9D2-F49DFDF29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4635" y="4030331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07273BC7-9A41-BEFF-DA40-7AF2D24869EF}"/>
                </a:ext>
              </a:extLst>
            </p:cNvPr>
            <p:cNvGrpSpPr/>
            <p:nvPr/>
          </p:nvGrpSpPr>
          <p:grpSpPr>
            <a:xfrm>
              <a:off x="7041429" y="4544282"/>
              <a:ext cx="625045" cy="615566"/>
              <a:chOff x="342415" y="3557834"/>
              <a:chExt cx="1220448" cy="1202016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ED5062D6-CB3A-3668-BF4C-B4C28FBAB58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EDBCC1E3-E446-666C-718F-C0EAA45FAE75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1B0E7239-5A8D-5842-D8C5-6904918EAE9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43789023-FD17-BB1F-6B8A-78C9DEAF5CC1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7CF78204-276B-A15E-0EF4-B9189E19D158}"/>
                  </a:ext>
                </a:extLst>
              </p:cNvPr>
              <p:cNvSpPr txBox="1"/>
              <p:nvPr/>
            </p:nvSpPr>
            <p:spPr>
              <a:xfrm>
                <a:off x="537452" y="4149233"/>
                <a:ext cx="943649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18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4F398C20-E2D3-039B-624D-57FA12A03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0143" y="3033640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C4B8A350-2A67-60CE-63FA-5FDB9CF09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047805" y="3432970"/>
              <a:ext cx="637565" cy="711976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CDDDFB3-3958-86B4-4D70-E662B25733C2}"/>
                </a:ext>
              </a:extLst>
            </p:cNvPr>
            <p:cNvSpPr/>
            <p:nvPr/>
          </p:nvSpPr>
          <p:spPr>
            <a:xfrm>
              <a:off x="7266312" y="419932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6777268-84FF-C8DA-8B32-663E4A8592B7}"/>
                </a:ext>
              </a:extLst>
            </p:cNvPr>
            <p:cNvSpPr/>
            <p:nvPr/>
          </p:nvSpPr>
          <p:spPr>
            <a:xfrm>
              <a:off x="7265121" y="318491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1A0CA226-3FB6-D20F-C941-95AB75BDB34A}"/>
                </a:ext>
              </a:extLst>
            </p:cNvPr>
            <p:cNvSpPr/>
            <p:nvPr/>
          </p:nvSpPr>
          <p:spPr>
            <a:xfrm>
              <a:off x="8099416" y="5669555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F3030CD1-9399-DC03-2F15-58AA6782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800774" y="5077272"/>
              <a:ext cx="793771" cy="700838"/>
            </a:xfrm>
            <a:prstGeom prst="rect">
              <a:avLst/>
            </a:prstGeom>
          </p:spPr>
        </p:pic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BB6825CD-F079-7B2C-A8BE-C4681DD854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925" y="402014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567F1155-0768-9F3A-8A20-7E7B11F3D842}"/>
                </a:ext>
              </a:extLst>
            </p:cNvPr>
            <p:cNvGrpSpPr/>
            <p:nvPr/>
          </p:nvGrpSpPr>
          <p:grpSpPr>
            <a:xfrm>
              <a:off x="7937718" y="4534099"/>
              <a:ext cx="625045" cy="615566"/>
              <a:chOff x="342415" y="3557834"/>
              <a:chExt cx="1220448" cy="1202016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44275C1D-85AC-AC1E-F4E9-93877B5658B5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2" name="Trapezoide 31">
                <a:extLst>
                  <a:ext uri="{FF2B5EF4-FFF2-40B4-BE49-F238E27FC236}">
                    <a16:creationId xmlns:a16="http://schemas.microsoft.com/office/drawing/2014/main" id="{F81CC3B5-5FF2-7FC4-4679-ABF0986699B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2CDE649F-9BCB-635A-58F9-74A0E832865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A64650D-6EB0-A1D7-44F7-15DB83DC981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A2ABED7E-FB12-A387-BD4B-A3654A2DB519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12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D6FB7967-72C9-3798-9721-AE5202684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6432" y="3023457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AD286279-364F-ADE5-B5F8-E068674D4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944095" y="3422787"/>
              <a:ext cx="637565" cy="711976"/>
            </a:xfrm>
            <a:prstGeom prst="rect">
              <a:avLst/>
            </a:prstGeom>
          </p:spPr>
        </p:pic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1D15BADD-4546-7A18-C3F2-5C77CFA9E4D7}"/>
                </a:ext>
              </a:extLst>
            </p:cNvPr>
            <p:cNvSpPr/>
            <p:nvPr/>
          </p:nvSpPr>
          <p:spPr>
            <a:xfrm>
              <a:off x="8162602" y="418913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FC0245C3-9065-9096-7C61-A7F6E57E9D97}"/>
                </a:ext>
              </a:extLst>
            </p:cNvPr>
            <p:cNvSpPr/>
            <p:nvPr/>
          </p:nvSpPr>
          <p:spPr>
            <a:xfrm>
              <a:off x="8161411" y="3174728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3AA31FC1-D5B9-7564-30CC-FA8BA27CBE6B}"/>
                </a:ext>
              </a:extLst>
            </p:cNvPr>
            <p:cNvSpPr/>
            <p:nvPr/>
          </p:nvSpPr>
          <p:spPr>
            <a:xfrm>
              <a:off x="9003849" y="5657466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22B91CE1-13BB-C330-F08D-94FB1C1E4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705207" y="5065182"/>
              <a:ext cx="793771" cy="700838"/>
            </a:xfrm>
            <a:prstGeom prst="rect">
              <a:avLst/>
            </a:prstGeom>
          </p:spPr>
        </p:pic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CA45F58A-E3CD-97AE-C427-20E8098A73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359" y="4008060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15ADF5B2-E757-9785-1FCB-2B478D42D883}"/>
                </a:ext>
              </a:extLst>
            </p:cNvPr>
            <p:cNvGrpSpPr/>
            <p:nvPr/>
          </p:nvGrpSpPr>
          <p:grpSpPr>
            <a:xfrm>
              <a:off x="8842153" y="4522010"/>
              <a:ext cx="625045" cy="615566"/>
              <a:chOff x="342415" y="3557834"/>
              <a:chExt cx="1220448" cy="1202016"/>
            </a:xfrm>
          </p:grpSpPr>
          <p:sp>
            <p:nvSpPr>
              <p:cNvPr id="44" name="Retângulo 43">
                <a:extLst>
                  <a:ext uri="{FF2B5EF4-FFF2-40B4-BE49-F238E27FC236}">
                    <a16:creationId xmlns:a16="http://schemas.microsoft.com/office/drawing/2014/main" id="{70781ACD-BE00-9C35-DBC4-6A4BA8AEF64E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5" name="Trapezoide 44">
                <a:extLst>
                  <a:ext uri="{FF2B5EF4-FFF2-40B4-BE49-F238E27FC236}">
                    <a16:creationId xmlns:a16="http://schemas.microsoft.com/office/drawing/2014/main" id="{41CDB799-6A2D-39A8-2350-D52A03F8D4A6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21C7D691-E49E-C90C-CB5E-F2BDAF62D78A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45CB1773-D0AA-9D02-D15C-18DB0F47F8E2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5FC06878-A98F-BFCF-D660-02EC0C0BC628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3" cy="450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dirty="0">
                    <a:latin typeface="Manrope ExtraBold" pitchFamily="2" charset="0"/>
                  </a:rPr>
                  <a:t>N° 17</a:t>
                </a:r>
                <a:endParaRPr lang="pt-BR" sz="105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D11B5C9D-CB98-94FE-EBF1-DC52F8E99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867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8E763FBB-DDB8-2743-0FBF-34EA4901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848529" y="3410698"/>
              <a:ext cx="637565" cy="711976"/>
            </a:xfrm>
            <a:prstGeom prst="rect">
              <a:avLst/>
            </a:prstGeom>
          </p:spPr>
        </p:pic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090BE375-7AFF-CEA5-DEE8-804C0CC5A3C8}"/>
                </a:ext>
              </a:extLst>
            </p:cNvPr>
            <p:cNvSpPr/>
            <p:nvPr/>
          </p:nvSpPr>
          <p:spPr>
            <a:xfrm>
              <a:off x="906703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902B6317-5F92-1B45-63D0-89F4357048C3}"/>
                </a:ext>
              </a:extLst>
            </p:cNvPr>
            <p:cNvSpPr/>
            <p:nvPr/>
          </p:nvSpPr>
          <p:spPr>
            <a:xfrm>
              <a:off x="9065845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E276CE4C-E23A-D41F-9679-9F9FAEEDC5D5}"/>
                </a:ext>
              </a:extLst>
            </p:cNvPr>
            <p:cNvSpPr/>
            <p:nvPr/>
          </p:nvSpPr>
          <p:spPr>
            <a:xfrm>
              <a:off x="406772" y="2663140"/>
              <a:ext cx="3787462" cy="4274529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C31F5140-E362-73E1-5B4A-4217D85FE462}"/>
                </a:ext>
              </a:extLst>
            </p:cNvPr>
            <p:cNvSpPr/>
            <p:nvPr/>
          </p:nvSpPr>
          <p:spPr>
            <a:xfrm>
              <a:off x="4265828" y="2663140"/>
              <a:ext cx="1738610" cy="4274529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525BEBBE-9079-2262-5DD8-A52A99C4061B}"/>
                </a:ext>
              </a:extLst>
            </p:cNvPr>
            <p:cNvSpPr/>
            <p:nvPr/>
          </p:nvSpPr>
          <p:spPr>
            <a:xfrm>
              <a:off x="6082199" y="2663139"/>
              <a:ext cx="1738610" cy="4274529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2" name="Retângulo 71">
              <a:extLst>
                <a:ext uri="{FF2B5EF4-FFF2-40B4-BE49-F238E27FC236}">
                  <a16:creationId xmlns:a16="http://schemas.microsoft.com/office/drawing/2014/main" id="{C04DDDA9-C7D7-BCEA-3603-7AAEE2B1812F}"/>
                </a:ext>
              </a:extLst>
            </p:cNvPr>
            <p:cNvSpPr/>
            <p:nvPr/>
          </p:nvSpPr>
          <p:spPr>
            <a:xfrm>
              <a:off x="7866839" y="2663140"/>
              <a:ext cx="1628924" cy="4274529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4" name="Retângulo: Cantos Arredondados 73">
              <a:extLst>
                <a:ext uri="{FF2B5EF4-FFF2-40B4-BE49-F238E27FC236}">
                  <a16:creationId xmlns:a16="http://schemas.microsoft.com/office/drawing/2014/main" id="{C9AD8C19-B160-3622-08FC-C8AAB1735C78}"/>
                </a:ext>
              </a:extLst>
            </p:cNvPr>
            <p:cNvSpPr/>
            <p:nvPr/>
          </p:nvSpPr>
          <p:spPr>
            <a:xfrm>
              <a:off x="1552739" y="2320085"/>
              <a:ext cx="1331004" cy="255385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5D3EC131-C04C-B69F-1FB5-614E81A28B9F}"/>
                </a:ext>
              </a:extLst>
            </p:cNvPr>
            <p:cNvSpPr txBox="1"/>
            <p:nvPr/>
          </p:nvSpPr>
          <p:spPr>
            <a:xfrm>
              <a:off x="1552739" y="2306901"/>
              <a:ext cx="1331004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ARMAZÉM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5DE89AAF-DF6B-55FC-4896-F7C46250EB85}"/>
                </a:ext>
              </a:extLst>
            </p:cNvPr>
            <p:cNvGrpSpPr/>
            <p:nvPr/>
          </p:nvGrpSpPr>
          <p:grpSpPr>
            <a:xfrm>
              <a:off x="4019204" y="2321022"/>
              <a:ext cx="1092834" cy="312265"/>
              <a:chOff x="6806500" y="3142396"/>
              <a:chExt cx="1657007" cy="437171"/>
            </a:xfrm>
          </p:grpSpPr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id="{BDC49947-DEF0-7E00-D625-9157BFB57A8F}"/>
                  </a:ext>
                </a:extLst>
              </p:cNvPr>
              <p:cNvSpPr/>
              <p:nvPr/>
            </p:nvSpPr>
            <p:spPr>
              <a:xfrm>
                <a:off x="6952203" y="3149531"/>
                <a:ext cx="1359470" cy="372990"/>
              </a:xfrm>
              <a:prstGeom prst="roundRect">
                <a:avLst>
                  <a:gd name="adj" fmla="val 50000"/>
                </a:avLst>
              </a:prstGeom>
              <a:solidFill>
                <a:srgbClr val="F37A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5B64DCAE-B3B2-C238-7F5D-C2927B56C25C}"/>
                  </a:ext>
                </a:extLst>
              </p:cNvPr>
              <p:cNvSpPr txBox="1"/>
              <p:nvPr/>
            </p:nvSpPr>
            <p:spPr>
              <a:xfrm>
                <a:off x="6806500" y="3142396"/>
                <a:ext cx="1657007" cy="437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3340-06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</p:grpSp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7B45A5B7-36D7-0BBE-F1C0-B8F1E0AF8CD2}"/>
                </a:ext>
              </a:extLst>
            </p:cNvPr>
            <p:cNvSpPr/>
            <p:nvPr/>
          </p:nvSpPr>
          <p:spPr>
            <a:xfrm>
              <a:off x="6416769" y="2317852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810E0165-B736-21FF-D35B-2327FE2BF615}"/>
                </a:ext>
              </a:extLst>
            </p:cNvPr>
            <p:cNvSpPr txBox="1"/>
            <p:nvPr/>
          </p:nvSpPr>
          <p:spPr>
            <a:xfrm>
              <a:off x="6452887" y="2304462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3340-08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61" name="Retângulo: Cantos Arredondados 160">
              <a:extLst>
                <a:ext uri="{FF2B5EF4-FFF2-40B4-BE49-F238E27FC236}">
                  <a16:creationId xmlns:a16="http://schemas.microsoft.com/office/drawing/2014/main" id="{880C8E2A-B6E9-F835-7AD3-5F3DBEC16D2C}"/>
                </a:ext>
              </a:extLst>
            </p:cNvPr>
            <p:cNvSpPr/>
            <p:nvPr/>
          </p:nvSpPr>
          <p:spPr>
            <a:xfrm>
              <a:off x="8132022" y="2332554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DE22DFC7-1F5E-0955-96DA-E507C3F100B4}"/>
                </a:ext>
              </a:extLst>
            </p:cNvPr>
            <p:cNvSpPr txBox="1"/>
            <p:nvPr/>
          </p:nvSpPr>
          <p:spPr>
            <a:xfrm>
              <a:off x="8154326" y="2326110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3240-04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748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C3CF-FEB3-972D-AFD7-FE4382A4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A88C2749-EAD7-7593-9AE8-B82AF338BCA0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681E9F8-A21F-D2F2-FF01-5C40BAE3ED36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058DAE3-8D63-C6F0-1C4B-E231DABB1DD0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6775C44-0FEC-7DE3-44B0-B08D52EACE43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7F71C43-97DA-BE36-670B-4562D6288F74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07E73694-E596-D0CF-8594-C403946351E6}"/>
              </a:ext>
            </a:extLst>
          </p:cNvPr>
          <p:cNvGrpSpPr/>
          <p:nvPr/>
        </p:nvGrpSpPr>
        <p:grpSpPr>
          <a:xfrm>
            <a:off x="986593" y="768415"/>
            <a:ext cx="2134274" cy="822251"/>
            <a:chOff x="1270656" y="3129842"/>
            <a:chExt cx="2250927" cy="906540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7ECEBC4C-59E2-4E52-FD8C-3231C81E2B22}"/>
                </a:ext>
              </a:extLst>
            </p:cNvPr>
            <p:cNvSpPr/>
            <p:nvPr/>
          </p:nvSpPr>
          <p:spPr>
            <a:xfrm>
              <a:off x="1270656" y="3129842"/>
              <a:ext cx="2241863" cy="906540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527A2ACA-B9B1-BF26-337E-EF498A471B70}"/>
                </a:ext>
              </a:extLst>
            </p:cNvPr>
            <p:cNvSpPr txBox="1"/>
            <p:nvPr/>
          </p:nvSpPr>
          <p:spPr>
            <a:xfrm>
              <a:off x="1279720" y="3336010"/>
              <a:ext cx="2241863" cy="537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571" dirty="0">
                  <a:solidFill>
                    <a:schemeClr val="bg1"/>
                  </a:solidFill>
                  <a:latin typeface="Manrope ExtraBold" pitchFamily="2" charset="0"/>
                </a:rPr>
                <a:t>ARMAZÉM 3</a:t>
              </a:r>
            </a:p>
          </p:txBody>
        </p:sp>
      </p:grp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0CE84ECE-851B-1DA1-A2A9-62F91AC69482}"/>
              </a:ext>
            </a:extLst>
          </p:cNvPr>
          <p:cNvSpPr txBox="1"/>
          <p:nvPr/>
        </p:nvSpPr>
        <p:spPr>
          <a:xfrm>
            <a:off x="722068" y="230462"/>
            <a:ext cx="2744806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6">
                <a:solidFill>
                  <a:srgbClr val="F37A19"/>
                </a:solidFill>
                <a:latin typeface="Manrope ExtraBold" pitchFamily="2" charset="0"/>
              </a:rPr>
              <a:t>LAÇO 1 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FB437A57-C9CD-0F0C-4C31-C493285FF296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C40AD809-BF29-4CFE-6DCD-580672644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55BEA6F7-0CDF-ACFA-44F4-AA0CDB43D11A}"/>
              </a:ext>
            </a:extLst>
          </p:cNvPr>
          <p:cNvGrpSpPr/>
          <p:nvPr/>
        </p:nvGrpSpPr>
        <p:grpSpPr>
          <a:xfrm>
            <a:off x="0" y="2304462"/>
            <a:ext cx="9906000" cy="4633207"/>
            <a:chOff x="362857" y="2304462"/>
            <a:chExt cx="9136121" cy="4633207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D48AF87D-548A-EE03-E800-B61E3F899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5565" y="3032414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DBBF046A-B031-8A5A-8BB3-5F7A5B8AE41C}"/>
                </a:ext>
              </a:extLst>
            </p:cNvPr>
            <p:cNvSpPr/>
            <p:nvPr/>
          </p:nvSpPr>
          <p:spPr>
            <a:xfrm>
              <a:off x="1664121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8A10F5D8-3F1D-4EF6-22D4-DA36B6E1EC48}"/>
                </a:ext>
              </a:extLst>
            </p:cNvPr>
            <p:cNvSpPr/>
            <p:nvPr/>
          </p:nvSpPr>
          <p:spPr>
            <a:xfrm>
              <a:off x="2602133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E55F0869-487C-0D5F-6F42-2C4EB63846C5}"/>
                </a:ext>
              </a:extLst>
            </p:cNvPr>
            <p:cNvSpPr/>
            <p:nvPr/>
          </p:nvSpPr>
          <p:spPr>
            <a:xfrm>
              <a:off x="657292" y="5657466"/>
              <a:ext cx="251756" cy="122519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41BAAF57-05C0-125C-B550-E1A7565AA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21" y="4008060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0B32A30E-A6B4-2AFF-B7D8-4A9336FB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62857" y="5065182"/>
              <a:ext cx="793771" cy="700838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03736D3F-4484-4C37-968B-244699998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373779" y="5065182"/>
              <a:ext cx="793771" cy="700838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C9FBFE9E-562A-4FBD-EAFB-03C33EBE5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303492" y="5065182"/>
              <a:ext cx="793771" cy="700838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2A911FD7-416F-E020-BFEF-84EB1D81BA55}"/>
                </a:ext>
              </a:extLst>
            </p:cNvPr>
            <p:cNvGrpSpPr/>
            <p:nvPr/>
          </p:nvGrpSpPr>
          <p:grpSpPr>
            <a:xfrm>
              <a:off x="469423" y="4522010"/>
              <a:ext cx="625045" cy="615566"/>
              <a:chOff x="342415" y="3557834"/>
              <a:chExt cx="1220448" cy="1202016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0FB686AD-E2F9-233F-EF7E-BAF42CC1909D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F97B6B6B-C2FE-EBFE-51C3-751CFD263868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610B2798-2A4F-5BC4-C510-D0DAE396192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E91273A6-259C-FEC3-9954-EFC9F7A5F12F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A1E17C89-FBFA-B555-D526-B4A5A31542E0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24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1E07ADB7-CB18-4D48-A507-6C2DA98A2BD2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1787641" y="2996308"/>
              <a:ext cx="21639" cy="208369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88BEDE82-B2D1-B49A-6A83-8ADA4F7D09F9}"/>
                </a:ext>
              </a:extLst>
            </p:cNvPr>
            <p:cNvGrpSpPr/>
            <p:nvPr/>
          </p:nvGrpSpPr>
          <p:grpSpPr>
            <a:xfrm>
              <a:off x="1475118" y="4522010"/>
              <a:ext cx="625045" cy="615566"/>
              <a:chOff x="342415" y="3557834"/>
              <a:chExt cx="1220448" cy="1202016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48EA4517-194C-0619-F7BE-3DA7330CA1E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40346810-3297-8C3E-B775-0EDF2CA64A4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1449E399-3C62-AD34-9B8E-6FB6FA88ED12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A9D441D2-1232-40EA-6559-4D3028B852FB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F51A1267-233E-B67B-C0F0-87E57CCA4D76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25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04F35C89-53FD-3CB5-2A93-A2F520C784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79780" y="400805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8EC44B6B-F621-D993-4716-85B26D00AD26}"/>
                </a:ext>
              </a:extLst>
            </p:cNvPr>
            <p:cNvGrpSpPr/>
            <p:nvPr/>
          </p:nvGrpSpPr>
          <p:grpSpPr>
            <a:xfrm>
              <a:off x="2416233" y="4522010"/>
              <a:ext cx="625045" cy="615566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30A2F51C-9E79-0BAF-C32F-C8AEE7BC124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A996E2C6-FC49-E9F0-3136-09A2E8EF87C6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A956AEE2-814F-A9C9-C3DD-44C4D065D3E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21A83C82-376D-B984-C45A-4A2D1EA0113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65431549-2DC8-5046-5397-CC6E0E32701D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29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6CB98566-9CD2-3015-D961-294500DE2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63" y="299630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E29D5257-02E1-41FB-71C2-866285577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151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F871172F-1CBC-4486-C0A2-1BE1ADF98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83869" y="3410698"/>
              <a:ext cx="637565" cy="711976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A221DCFA-55BC-48D1-8C10-BB83906F2739}"/>
                </a:ext>
              </a:extLst>
            </p:cNvPr>
            <p:cNvSpPr/>
            <p:nvPr/>
          </p:nvSpPr>
          <p:spPr>
            <a:xfrm>
              <a:off x="70100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38B90A0E-AF64-0971-545E-493F7E346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489564" y="3410698"/>
              <a:ext cx="637565" cy="711976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AC95E8F7-545D-AFB5-F30E-B3F6F79E9A9D}"/>
                </a:ext>
              </a:extLst>
            </p:cNvPr>
            <p:cNvSpPr/>
            <p:nvPr/>
          </p:nvSpPr>
          <p:spPr>
            <a:xfrm>
              <a:off x="170341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C66BAE24-452D-C1DC-1066-C7FDEF394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454882" y="3410698"/>
              <a:ext cx="637565" cy="711976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AA3D675B-645A-C859-DE05-0E02D71A203B}"/>
                </a:ext>
              </a:extLst>
            </p:cNvPr>
            <p:cNvSpPr/>
            <p:nvPr/>
          </p:nvSpPr>
          <p:spPr>
            <a:xfrm>
              <a:off x="2689525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23B9B344-9C6B-1876-5B7A-74185F3E5957}"/>
                </a:ext>
              </a:extLst>
            </p:cNvPr>
            <p:cNvSpPr/>
            <p:nvPr/>
          </p:nvSpPr>
          <p:spPr>
            <a:xfrm>
              <a:off x="705541" y="3169284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D31D32BC-501E-2D1A-F28F-DA8FDC334CD2}"/>
                </a:ext>
              </a:extLst>
            </p:cNvPr>
            <p:cNvSpPr/>
            <p:nvPr/>
          </p:nvSpPr>
          <p:spPr>
            <a:xfrm>
              <a:off x="1709285" y="31559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7CA07E2F-05D1-AE91-48F8-4CEB4DB95244}"/>
                </a:ext>
              </a:extLst>
            </p:cNvPr>
            <p:cNvSpPr/>
            <p:nvPr/>
          </p:nvSpPr>
          <p:spPr>
            <a:xfrm>
              <a:off x="2664129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2DA8C344-3849-227E-21D0-8329F5B0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240" y="3001842"/>
              <a:ext cx="8369482" cy="282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14EBE839-C099-97C9-9A11-255965F921B7}"/>
                </a:ext>
              </a:extLst>
            </p:cNvPr>
            <p:cNvSpPr/>
            <p:nvPr/>
          </p:nvSpPr>
          <p:spPr>
            <a:xfrm>
              <a:off x="4473141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5537E34B-FA8D-3DBF-FDAF-CC0F49681572}"/>
                </a:ext>
              </a:extLst>
            </p:cNvPr>
            <p:cNvSpPr/>
            <p:nvPr/>
          </p:nvSpPr>
          <p:spPr>
            <a:xfrm>
              <a:off x="5411065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8ED715DA-2B19-B0DD-4C0C-D814CDE52418}"/>
                </a:ext>
              </a:extLst>
            </p:cNvPr>
            <p:cNvSpPr/>
            <p:nvPr/>
          </p:nvSpPr>
          <p:spPr>
            <a:xfrm>
              <a:off x="3579267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FC182A9E-12A8-2C1B-FED3-1482CF6EAC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591" y="4013642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D677B421-9D9A-2A6D-3965-61531EB1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276764" y="5070765"/>
              <a:ext cx="793771" cy="700838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D52A7851-C1B7-2D61-4676-BD803C2D7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182797" y="5070765"/>
              <a:ext cx="793771" cy="700838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4A778634-914A-B507-4618-BAA1EF6A1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112424" y="5085645"/>
              <a:ext cx="793771" cy="700838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73CF3898-FA86-6F60-B192-8CD3E2181E4A}"/>
                </a:ext>
              </a:extLst>
            </p:cNvPr>
            <p:cNvGrpSpPr/>
            <p:nvPr/>
          </p:nvGrpSpPr>
          <p:grpSpPr>
            <a:xfrm>
              <a:off x="3383330" y="4527593"/>
              <a:ext cx="625045" cy="615566"/>
              <a:chOff x="342415" y="3557834"/>
              <a:chExt cx="1220448" cy="1202016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D0263F7C-6A9D-AA37-F68B-A63BED8E5AFC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4308DC5E-EDF2-9683-1E18-BA7DDB8FFCF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319ED0B7-1797-9C38-7D19-BE17D341EE26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26AE331-54BA-720B-6FE4-4721534E3A29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52BA6D89-8311-2F90-5240-9E754F90249E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30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543F10B4-4113-227A-323B-6EF32C5C9DF3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4596660" y="3011368"/>
              <a:ext cx="12885" cy="20742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DAF03EE9-D090-B18E-54C1-516E13A4A923}"/>
                </a:ext>
              </a:extLst>
            </p:cNvPr>
            <p:cNvGrpSpPr/>
            <p:nvPr/>
          </p:nvGrpSpPr>
          <p:grpSpPr>
            <a:xfrm>
              <a:off x="4284138" y="4527593"/>
              <a:ext cx="625045" cy="615566"/>
              <a:chOff x="342415" y="3557834"/>
              <a:chExt cx="1220448" cy="1202016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61AA00CF-0694-9C9F-91A1-62E3C997BECD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D1CCB091-AE2B-3822-A509-BC18E22DA65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13518473-02F3-6F57-3A7B-377AAA2D6B66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B49E6A07-3824-12CC-D6C8-164E03BF848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339F46DD-D536-E697-E29F-C22906574130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91484461-1489-A832-FC15-58347C930A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8711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DAC57894-0756-664D-C1B8-0AC5CA092ED7}"/>
                </a:ext>
              </a:extLst>
            </p:cNvPr>
            <p:cNvGrpSpPr/>
            <p:nvPr/>
          </p:nvGrpSpPr>
          <p:grpSpPr>
            <a:xfrm>
              <a:off x="5249368" y="4542473"/>
              <a:ext cx="625045" cy="615566"/>
              <a:chOff x="342415" y="3557834"/>
              <a:chExt cx="1220448" cy="1202016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D17FE5C2-E589-B576-F580-E5B7125103C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BE8DB400-536B-097D-0FFC-A1AB1EBBC71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9D5D5D3D-56C6-CA1E-F876-17E761B3C19D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F180DA24-A111-DBF1-AE53-0C8F445F6BFF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0BD71608-553D-AEB1-D059-C27821E86403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26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7CA4D98E-F1C2-0BBE-DAC7-23BB01C95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082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B785D373-227B-01D4-8AC2-0466E9880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381638" y="3416281"/>
              <a:ext cx="637565" cy="711976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6DE8AB2C-42B0-3DD6-38E9-8AC61BC7342E}"/>
                </a:ext>
              </a:extLst>
            </p:cNvPr>
            <p:cNvSpPr/>
            <p:nvPr/>
          </p:nvSpPr>
          <p:spPr>
            <a:xfrm>
              <a:off x="3590707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81E5B058-7043-B126-2FB6-2830FA2C9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298582" y="3416281"/>
              <a:ext cx="637565" cy="711976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D8A6FE66-2D91-0E4B-BE87-0061C9A8B726}"/>
                </a:ext>
              </a:extLst>
            </p:cNvPr>
            <p:cNvSpPr/>
            <p:nvPr/>
          </p:nvSpPr>
          <p:spPr>
            <a:xfrm>
              <a:off x="4504366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1BF0F3DF-F11E-BE55-1E19-BDA1384F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263813" y="3431161"/>
              <a:ext cx="637565" cy="711976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D52FCC43-A89E-2C12-56A3-4D2F822C9AB5}"/>
                </a:ext>
              </a:extLst>
            </p:cNvPr>
            <p:cNvSpPr/>
            <p:nvPr/>
          </p:nvSpPr>
          <p:spPr>
            <a:xfrm>
              <a:off x="549038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0551C79C-F822-716A-8CD7-4AFC7AF459C9}"/>
                </a:ext>
              </a:extLst>
            </p:cNvPr>
            <p:cNvSpPr/>
            <p:nvPr/>
          </p:nvSpPr>
          <p:spPr>
            <a:xfrm>
              <a:off x="3603311" y="317486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3A19CAE2-5801-86A4-AA1F-CFDE911B0A34}"/>
                </a:ext>
              </a:extLst>
            </p:cNvPr>
            <p:cNvSpPr/>
            <p:nvPr/>
          </p:nvSpPr>
          <p:spPr>
            <a:xfrm>
              <a:off x="4510235" y="316148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D0E206B5-3C3B-F579-D15E-EF8218B0566C}"/>
                </a:ext>
              </a:extLst>
            </p:cNvPr>
            <p:cNvSpPr/>
            <p:nvPr/>
          </p:nvSpPr>
          <p:spPr>
            <a:xfrm>
              <a:off x="5473061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1BBC4B38-DC27-C584-614F-62671F4494D2}"/>
                </a:ext>
              </a:extLst>
            </p:cNvPr>
            <p:cNvSpPr/>
            <p:nvPr/>
          </p:nvSpPr>
          <p:spPr>
            <a:xfrm>
              <a:off x="6364372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7B37305A-4E3C-2FA0-D7B4-FEB2046AE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065731" y="5085645"/>
              <a:ext cx="793771" cy="700838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EF18F89E-D4A8-AF40-E4FD-852CB5D9FB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5882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A21A2AD8-A4D7-94F2-5FB0-4B26AA78F364}"/>
                </a:ext>
              </a:extLst>
            </p:cNvPr>
            <p:cNvGrpSpPr/>
            <p:nvPr/>
          </p:nvGrpSpPr>
          <p:grpSpPr>
            <a:xfrm>
              <a:off x="6202675" y="4542473"/>
              <a:ext cx="625045" cy="615566"/>
              <a:chOff x="342415" y="3557834"/>
              <a:chExt cx="1220448" cy="1202016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31655C45-6D4C-CC9A-2F4D-5875FFDEB63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89B3E431-93DF-2A88-0BB5-47C9808F7800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80EF1482-EB72-66BF-03D6-9B416EB218A7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C89DAEC8-C24E-2341-A30E-8291E6CD466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3DEED886-7E9C-BB35-EAF0-CA13645BC0C3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4523FE79-3D13-AC90-87A0-39603B815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90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237752FC-1154-3CFE-EC89-24B4291A9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209053" y="3431161"/>
              <a:ext cx="637565" cy="711976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490EBCDA-7B93-BF56-C4CF-54B00090026F}"/>
                </a:ext>
              </a:extLst>
            </p:cNvPr>
            <p:cNvSpPr/>
            <p:nvPr/>
          </p:nvSpPr>
          <p:spPr>
            <a:xfrm>
              <a:off x="642755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735D678B-EB58-A2BC-8539-ED97C2CE470B}"/>
                </a:ext>
              </a:extLst>
            </p:cNvPr>
            <p:cNvSpPr/>
            <p:nvPr/>
          </p:nvSpPr>
          <p:spPr>
            <a:xfrm>
              <a:off x="6426368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CBA5497-2CCF-4C88-47DC-9E08417600AA}"/>
                </a:ext>
              </a:extLst>
            </p:cNvPr>
            <p:cNvSpPr/>
            <p:nvPr/>
          </p:nvSpPr>
          <p:spPr>
            <a:xfrm>
              <a:off x="7203126" y="5679738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CB7AF34C-5D13-61F0-627E-085623A0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904484" y="5087454"/>
              <a:ext cx="793771" cy="700838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2077EDDC-5264-0A20-DF75-B484163A51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4635" y="4030331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87F359AB-6239-B51D-CB45-81DA59F45F74}"/>
                </a:ext>
              </a:extLst>
            </p:cNvPr>
            <p:cNvGrpSpPr/>
            <p:nvPr/>
          </p:nvGrpSpPr>
          <p:grpSpPr>
            <a:xfrm>
              <a:off x="7041429" y="4544282"/>
              <a:ext cx="625045" cy="615566"/>
              <a:chOff x="342415" y="3557834"/>
              <a:chExt cx="1220448" cy="1202016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A81BEA5D-DC5D-E159-C408-202148FE6FF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52E0BEE6-30BE-5C9A-D7E1-B99593AC3079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99A9CA4E-D40D-BBFA-045A-B07466DA35C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3077EB42-6A81-70A5-37EF-1FFB6BA31BBD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DE872A76-AA22-A11C-7493-C13BE52DD0F5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A96E6376-C0C1-CE32-8E1E-9B44F13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0143" y="3033640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36A82866-B3B4-A154-3DD1-DD32493F9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047805" y="3432970"/>
              <a:ext cx="637565" cy="711976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5281454-8F91-3E39-FF25-59042CA7EFE3}"/>
                </a:ext>
              </a:extLst>
            </p:cNvPr>
            <p:cNvSpPr/>
            <p:nvPr/>
          </p:nvSpPr>
          <p:spPr>
            <a:xfrm>
              <a:off x="7266312" y="419932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6FCA17E-C92E-66EB-8FDD-BC66755D62FA}"/>
                </a:ext>
              </a:extLst>
            </p:cNvPr>
            <p:cNvSpPr/>
            <p:nvPr/>
          </p:nvSpPr>
          <p:spPr>
            <a:xfrm>
              <a:off x="7265121" y="318491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2031666B-2149-47D3-8CF8-A927E00CF1D9}"/>
                </a:ext>
              </a:extLst>
            </p:cNvPr>
            <p:cNvSpPr/>
            <p:nvPr/>
          </p:nvSpPr>
          <p:spPr>
            <a:xfrm>
              <a:off x="8099416" y="5669555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899A746A-6820-A4C3-C92C-A73222AC6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800774" y="5077272"/>
              <a:ext cx="793771" cy="700838"/>
            </a:xfrm>
            <a:prstGeom prst="rect">
              <a:avLst/>
            </a:prstGeom>
          </p:spPr>
        </p:pic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7C73A8E0-5F26-FBDC-95EC-D73D0474A5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925" y="402014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5C7FC7E4-0AE7-AF41-FF8D-C9FF1BD1FFEC}"/>
                </a:ext>
              </a:extLst>
            </p:cNvPr>
            <p:cNvGrpSpPr/>
            <p:nvPr/>
          </p:nvGrpSpPr>
          <p:grpSpPr>
            <a:xfrm>
              <a:off x="7937718" y="4534099"/>
              <a:ext cx="625045" cy="615566"/>
              <a:chOff x="342415" y="3557834"/>
              <a:chExt cx="1220448" cy="1202016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F891B15D-721C-3703-D429-A0488E6D4F44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2" name="Trapezoide 31">
                <a:extLst>
                  <a:ext uri="{FF2B5EF4-FFF2-40B4-BE49-F238E27FC236}">
                    <a16:creationId xmlns:a16="http://schemas.microsoft.com/office/drawing/2014/main" id="{E726A2D5-D2E9-2CC2-2903-04E572C00FE8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EBB5933C-7745-AB3F-D666-8B9F0A87C4A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329FE970-C3B8-2816-F9AE-BBFE6756645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B2FEA12-08AC-4EC7-1B15-246D3FE8E67B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87843E2D-C5FE-B8B6-CBDB-32A443F748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6432" y="3023457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FEEB64DA-C727-268F-76A0-2034C875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944095" y="3422787"/>
              <a:ext cx="637565" cy="711976"/>
            </a:xfrm>
            <a:prstGeom prst="rect">
              <a:avLst/>
            </a:prstGeom>
          </p:spPr>
        </p:pic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CB9F8322-C214-E564-D522-B565F7A12A27}"/>
                </a:ext>
              </a:extLst>
            </p:cNvPr>
            <p:cNvSpPr/>
            <p:nvPr/>
          </p:nvSpPr>
          <p:spPr>
            <a:xfrm>
              <a:off x="8162602" y="418913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BB1E6B19-07F3-0518-7E76-EE22222B1C2E}"/>
                </a:ext>
              </a:extLst>
            </p:cNvPr>
            <p:cNvSpPr/>
            <p:nvPr/>
          </p:nvSpPr>
          <p:spPr>
            <a:xfrm>
              <a:off x="8161411" y="3174728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78F4AB43-4C2A-B494-74C6-8F1C516836BB}"/>
                </a:ext>
              </a:extLst>
            </p:cNvPr>
            <p:cNvSpPr/>
            <p:nvPr/>
          </p:nvSpPr>
          <p:spPr>
            <a:xfrm>
              <a:off x="9003849" y="5657466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5EEEEA95-30F2-39D5-435B-F673BD8D7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705207" y="5065182"/>
              <a:ext cx="793771" cy="700838"/>
            </a:xfrm>
            <a:prstGeom prst="rect">
              <a:avLst/>
            </a:prstGeom>
          </p:spPr>
        </p:pic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49327AA2-5A90-D134-EFF6-BF3C3033E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359" y="4008060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D598720D-2781-40A8-91E1-B9F2A7C77971}"/>
                </a:ext>
              </a:extLst>
            </p:cNvPr>
            <p:cNvGrpSpPr/>
            <p:nvPr/>
          </p:nvGrpSpPr>
          <p:grpSpPr>
            <a:xfrm>
              <a:off x="8842153" y="4522010"/>
              <a:ext cx="625045" cy="615566"/>
              <a:chOff x="342415" y="3557834"/>
              <a:chExt cx="1220448" cy="1202016"/>
            </a:xfrm>
          </p:grpSpPr>
          <p:sp>
            <p:nvSpPr>
              <p:cNvPr id="44" name="Retângulo 43">
                <a:extLst>
                  <a:ext uri="{FF2B5EF4-FFF2-40B4-BE49-F238E27FC236}">
                    <a16:creationId xmlns:a16="http://schemas.microsoft.com/office/drawing/2014/main" id="{C9A50EF6-9BFD-FA7C-76F3-52A457BB4E9D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5" name="Trapezoide 44">
                <a:extLst>
                  <a:ext uri="{FF2B5EF4-FFF2-40B4-BE49-F238E27FC236}">
                    <a16:creationId xmlns:a16="http://schemas.microsoft.com/office/drawing/2014/main" id="{5CBAA673-BB63-E556-091C-8C3CD68814D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9F85701A-A85E-395E-D606-78811186B97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72540D4C-E442-470C-B122-3C3BD48C5B06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3B3C8A6-D652-5ADB-0C04-D1C70AAC995E}"/>
                  </a:ext>
                </a:extLst>
              </p:cNvPr>
              <p:cNvSpPr txBox="1"/>
              <p:nvPr/>
            </p:nvSpPr>
            <p:spPr>
              <a:xfrm>
                <a:off x="537455" y="4149233"/>
                <a:ext cx="855322" cy="42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>
                    <a:latin typeface="Manrope ExtraBold" pitchFamily="2" charset="0"/>
                  </a:rPr>
                  <a:t>N° 27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A3532C8E-E124-027F-9C3A-481D3B6873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867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58432537-9F50-21DD-A7B4-4BE77BB76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848529" y="3410698"/>
              <a:ext cx="637565" cy="711976"/>
            </a:xfrm>
            <a:prstGeom prst="rect">
              <a:avLst/>
            </a:prstGeom>
          </p:spPr>
        </p:pic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EDD8A111-001B-94C2-21C4-455FCB36DA25}"/>
                </a:ext>
              </a:extLst>
            </p:cNvPr>
            <p:cNvSpPr/>
            <p:nvPr/>
          </p:nvSpPr>
          <p:spPr>
            <a:xfrm>
              <a:off x="906703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4C2EB325-B69D-1DC3-F3E1-9EF111DB586A}"/>
                </a:ext>
              </a:extLst>
            </p:cNvPr>
            <p:cNvSpPr/>
            <p:nvPr/>
          </p:nvSpPr>
          <p:spPr>
            <a:xfrm>
              <a:off x="9065845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450A288-8B63-B5D7-F1C4-178C7051A324}"/>
                </a:ext>
              </a:extLst>
            </p:cNvPr>
            <p:cNvSpPr/>
            <p:nvPr/>
          </p:nvSpPr>
          <p:spPr>
            <a:xfrm>
              <a:off x="406772" y="2663140"/>
              <a:ext cx="3787462" cy="4274529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C78F45FC-D0FC-F7D2-A27F-42DC9CF37841}"/>
                </a:ext>
              </a:extLst>
            </p:cNvPr>
            <p:cNvSpPr/>
            <p:nvPr/>
          </p:nvSpPr>
          <p:spPr>
            <a:xfrm>
              <a:off x="4265828" y="2663140"/>
              <a:ext cx="1738610" cy="4274529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8E9D6174-CC2E-2561-514D-3AC00171ECE1}"/>
                </a:ext>
              </a:extLst>
            </p:cNvPr>
            <p:cNvSpPr/>
            <p:nvPr/>
          </p:nvSpPr>
          <p:spPr>
            <a:xfrm>
              <a:off x="6082199" y="2663139"/>
              <a:ext cx="1738610" cy="4274529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2" name="Retângulo 71">
              <a:extLst>
                <a:ext uri="{FF2B5EF4-FFF2-40B4-BE49-F238E27FC236}">
                  <a16:creationId xmlns:a16="http://schemas.microsoft.com/office/drawing/2014/main" id="{7A0DB1D4-60AE-6EA4-774D-1C3007CF9E0E}"/>
                </a:ext>
              </a:extLst>
            </p:cNvPr>
            <p:cNvSpPr/>
            <p:nvPr/>
          </p:nvSpPr>
          <p:spPr>
            <a:xfrm>
              <a:off x="7866839" y="2663140"/>
              <a:ext cx="1628924" cy="4274529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4" name="Retângulo: Cantos Arredondados 73">
              <a:extLst>
                <a:ext uri="{FF2B5EF4-FFF2-40B4-BE49-F238E27FC236}">
                  <a16:creationId xmlns:a16="http://schemas.microsoft.com/office/drawing/2014/main" id="{DF64F49C-CCDF-2237-45CA-ADE5C4C08855}"/>
                </a:ext>
              </a:extLst>
            </p:cNvPr>
            <p:cNvSpPr/>
            <p:nvPr/>
          </p:nvSpPr>
          <p:spPr>
            <a:xfrm>
              <a:off x="1552739" y="2320085"/>
              <a:ext cx="1331004" cy="255385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E9260495-9AF6-F21D-F75C-88D61967E1B3}"/>
                </a:ext>
              </a:extLst>
            </p:cNvPr>
            <p:cNvSpPr txBox="1"/>
            <p:nvPr/>
          </p:nvSpPr>
          <p:spPr>
            <a:xfrm>
              <a:off x="1552739" y="2306901"/>
              <a:ext cx="1331004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ARMAZÉM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3ECA4F59-2E9E-B13F-0E2D-CF8A4F13C720}"/>
                </a:ext>
              </a:extLst>
            </p:cNvPr>
            <p:cNvGrpSpPr/>
            <p:nvPr/>
          </p:nvGrpSpPr>
          <p:grpSpPr>
            <a:xfrm>
              <a:off x="4019204" y="2321022"/>
              <a:ext cx="1092834" cy="312265"/>
              <a:chOff x="6806500" y="3142396"/>
              <a:chExt cx="1657007" cy="437171"/>
            </a:xfrm>
          </p:grpSpPr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id="{6B659AE1-B094-CF9F-C796-EB77888081F0}"/>
                  </a:ext>
                </a:extLst>
              </p:cNvPr>
              <p:cNvSpPr/>
              <p:nvPr/>
            </p:nvSpPr>
            <p:spPr>
              <a:xfrm>
                <a:off x="6952203" y="3149531"/>
                <a:ext cx="1359470" cy="372990"/>
              </a:xfrm>
              <a:prstGeom prst="roundRect">
                <a:avLst>
                  <a:gd name="adj" fmla="val 50000"/>
                </a:avLst>
              </a:prstGeom>
              <a:solidFill>
                <a:srgbClr val="F37A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03ADFA36-251A-16A1-89E6-471155D3504F}"/>
                  </a:ext>
                </a:extLst>
              </p:cNvPr>
              <p:cNvSpPr txBox="1"/>
              <p:nvPr/>
            </p:nvSpPr>
            <p:spPr>
              <a:xfrm>
                <a:off x="6806500" y="3142396"/>
                <a:ext cx="1657007" cy="437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3340-01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</p:grpSp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4328EDC1-9381-B5DB-C0EA-018B910636F4}"/>
                </a:ext>
              </a:extLst>
            </p:cNvPr>
            <p:cNvSpPr/>
            <p:nvPr/>
          </p:nvSpPr>
          <p:spPr>
            <a:xfrm>
              <a:off x="6416769" y="2317852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C39B6FC6-0BE0-5C2D-65AB-A1AA9A2434A2}"/>
                </a:ext>
              </a:extLst>
            </p:cNvPr>
            <p:cNvSpPr txBox="1"/>
            <p:nvPr/>
          </p:nvSpPr>
          <p:spPr>
            <a:xfrm>
              <a:off x="6452887" y="2304462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3340-03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61" name="Retângulo: Cantos Arredondados 160">
              <a:extLst>
                <a:ext uri="{FF2B5EF4-FFF2-40B4-BE49-F238E27FC236}">
                  <a16:creationId xmlns:a16="http://schemas.microsoft.com/office/drawing/2014/main" id="{66B5B832-66C3-C050-4474-0C2161B8381F}"/>
                </a:ext>
              </a:extLst>
            </p:cNvPr>
            <p:cNvSpPr/>
            <p:nvPr/>
          </p:nvSpPr>
          <p:spPr>
            <a:xfrm>
              <a:off x="8132022" y="2332554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B0A3E37C-49E7-7AEE-9B07-E42DF6C344CD}"/>
                </a:ext>
              </a:extLst>
            </p:cNvPr>
            <p:cNvSpPr txBox="1"/>
            <p:nvPr/>
          </p:nvSpPr>
          <p:spPr>
            <a:xfrm>
              <a:off x="8154326" y="2326110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3240-01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454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20848-8481-E773-8AFD-368AFD6D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5DBFAE10-DE5F-11F2-EC57-B9CD81CEB066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228E960E-6E85-84AA-5FC5-88AA4C7C78D3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680D0164-49D5-B54B-BB72-0DD159E2F67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A0A825F-F1E5-EECB-BF6B-343D65761DFE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D067E74-256E-211D-5B00-DBB0B862922B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73584220-BC1A-DEA2-AF9C-D3B2DAF7A9F8}"/>
              </a:ext>
            </a:extLst>
          </p:cNvPr>
          <p:cNvGrpSpPr/>
          <p:nvPr/>
        </p:nvGrpSpPr>
        <p:grpSpPr>
          <a:xfrm>
            <a:off x="986593" y="768415"/>
            <a:ext cx="2134274" cy="822251"/>
            <a:chOff x="1270656" y="3129842"/>
            <a:chExt cx="2250927" cy="906540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07E4A9CC-DF8A-189B-EE14-936F287E4F88}"/>
                </a:ext>
              </a:extLst>
            </p:cNvPr>
            <p:cNvSpPr/>
            <p:nvPr/>
          </p:nvSpPr>
          <p:spPr>
            <a:xfrm>
              <a:off x="1270656" y="3129842"/>
              <a:ext cx="2241863" cy="906540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444BF5E1-F788-8A6D-62F8-BF577F5F2D42}"/>
                </a:ext>
              </a:extLst>
            </p:cNvPr>
            <p:cNvSpPr txBox="1"/>
            <p:nvPr/>
          </p:nvSpPr>
          <p:spPr>
            <a:xfrm>
              <a:off x="1279720" y="3336010"/>
              <a:ext cx="2241863" cy="537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571" dirty="0">
                  <a:solidFill>
                    <a:schemeClr val="bg1"/>
                  </a:solidFill>
                  <a:latin typeface="Manrope ExtraBold" pitchFamily="2" charset="0"/>
                </a:rPr>
                <a:t>ARMAZÉM 4</a:t>
              </a:r>
            </a:p>
          </p:txBody>
        </p:sp>
      </p:grp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1FCAFA99-CAD5-A59D-C909-31987B0390FD}"/>
              </a:ext>
            </a:extLst>
          </p:cNvPr>
          <p:cNvSpPr txBox="1"/>
          <p:nvPr/>
        </p:nvSpPr>
        <p:spPr>
          <a:xfrm>
            <a:off x="722068" y="230462"/>
            <a:ext cx="2744806" cy="44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6">
                <a:solidFill>
                  <a:srgbClr val="F37A19"/>
                </a:solidFill>
                <a:latin typeface="Manrope ExtraBold" pitchFamily="2" charset="0"/>
              </a:rPr>
              <a:t>LAÇO 1 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20BF9668-087A-2F5E-B5EF-0B8CFC396653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D26FBFBF-3C4E-0887-9D50-DAA15AD09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7871DC56-CFB1-4B17-5C81-25628A7A5621}"/>
              </a:ext>
            </a:extLst>
          </p:cNvPr>
          <p:cNvGrpSpPr/>
          <p:nvPr/>
        </p:nvGrpSpPr>
        <p:grpSpPr>
          <a:xfrm>
            <a:off x="78647" y="2224793"/>
            <a:ext cx="9748706" cy="4633207"/>
            <a:chOff x="362857" y="2304462"/>
            <a:chExt cx="9136121" cy="4633207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9D6E0975-B517-8855-06C3-30B38802B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0122" y="3032414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E2ABA32F-1147-018C-D32A-9B755B429BA7}"/>
                </a:ext>
              </a:extLst>
            </p:cNvPr>
            <p:cNvSpPr/>
            <p:nvPr/>
          </p:nvSpPr>
          <p:spPr>
            <a:xfrm>
              <a:off x="1664121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33AF70C1-901B-52D2-E4CC-301332F6D937}"/>
                </a:ext>
              </a:extLst>
            </p:cNvPr>
            <p:cNvSpPr/>
            <p:nvPr/>
          </p:nvSpPr>
          <p:spPr>
            <a:xfrm>
              <a:off x="2602133" y="5657466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FD8876FD-8ABC-7AB0-3A98-9F387CA5F6A2}"/>
                </a:ext>
              </a:extLst>
            </p:cNvPr>
            <p:cNvSpPr/>
            <p:nvPr/>
          </p:nvSpPr>
          <p:spPr>
            <a:xfrm>
              <a:off x="657292" y="5657466"/>
              <a:ext cx="251756" cy="122519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F155B967-4A2A-B4DB-E795-5C0D8ACC3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21" y="4008060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7C2E0FA7-AA71-B967-A568-9B3A25CDF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62857" y="5065182"/>
              <a:ext cx="793771" cy="700838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59F8A270-8C89-55DB-0F3C-F632C0D79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373779" y="5065182"/>
              <a:ext cx="793771" cy="700838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DE823FDB-9FE6-083C-745A-F6909333E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303492" y="5065182"/>
              <a:ext cx="793771" cy="700838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A31B931C-6E0D-18F6-6B1A-14011F5B245C}"/>
                </a:ext>
              </a:extLst>
            </p:cNvPr>
            <p:cNvGrpSpPr/>
            <p:nvPr/>
          </p:nvGrpSpPr>
          <p:grpSpPr>
            <a:xfrm>
              <a:off x="469423" y="4522009"/>
              <a:ext cx="625045" cy="658985"/>
              <a:chOff x="342415" y="3557834"/>
              <a:chExt cx="1220448" cy="1286801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2103E6DB-9D76-3909-3626-3C335B03142B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AA84A9FC-641C-9C14-8903-D34D11453E75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0465FA9A-4F29-F980-8656-85C0BA45C02D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0ACBD5DA-B804-8D5F-5F1D-CF530FEC4720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953322CA-CA97-69B9-ADA0-20B16373854D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34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3433F454-4136-C1C1-187E-8F41E06661C2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1787641" y="2996308"/>
              <a:ext cx="21639" cy="208369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0BA23AFC-3E0F-885C-B6F6-34B9B68BA468}"/>
                </a:ext>
              </a:extLst>
            </p:cNvPr>
            <p:cNvGrpSpPr/>
            <p:nvPr/>
          </p:nvGrpSpPr>
          <p:grpSpPr>
            <a:xfrm>
              <a:off x="1475118" y="4522009"/>
              <a:ext cx="625045" cy="658985"/>
              <a:chOff x="342415" y="3557834"/>
              <a:chExt cx="1220448" cy="1286801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068F54BC-1A24-66F2-963C-6EAE8480233A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2849F95A-389D-7C80-571D-3BC7062A74BA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64F87C48-F086-EF45-75F5-A648BF0F1BCE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6777A4E0-59CA-FF0E-E1CB-1E4D4B5BFC07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597DBB62-9523-8400-22B0-BD3FB1C848C7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35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3334363A-6D43-8C85-AA24-A2C676F20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79780" y="400805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F5C6DE72-0484-D5CA-13EA-0BEFC4D70C3F}"/>
                </a:ext>
              </a:extLst>
            </p:cNvPr>
            <p:cNvGrpSpPr/>
            <p:nvPr/>
          </p:nvGrpSpPr>
          <p:grpSpPr>
            <a:xfrm>
              <a:off x="2416233" y="4522009"/>
              <a:ext cx="625045" cy="658985"/>
              <a:chOff x="342415" y="3557834"/>
              <a:chExt cx="1220448" cy="1286801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55DB3223-EDB7-74DE-1694-6795D0CCABD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48D03C08-534C-7675-717E-2EA56472EEB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C45B480E-F116-1B22-5CA5-1763A8EB425B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039D9FD5-B9C4-2DC5-5242-60B700618C2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2E0976C6-14B0-C98C-C6BB-14D328362957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39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36373121-7EA8-9490-BEB9-AF47050F9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263" y="299630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2EF8A3CC-A5A2-1AE2-0076-4C620FC5B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151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583D6AC3-5CE4-897C-9627-D3F7BC4A1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83869" y="3410698"/>
              <a:ext cx="637565" cy="711976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98032E59-C4C4-A121-A5B2-AE7F4D37806B}"/>
                </a:ext>
              </a:extLst>
            </p:cNvPr>
            <p:cNvSpPr/>
            <p:nvPr/>
          </p:nvSpPr>
          <p:spPr>
            <a:xfrm>
              <a:off x="70100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270AA590-4092-5FE4-B1FE-AE6E990D3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489564" y="3410698"/>
              <a:ext cx="637565" cy="711976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D7037873-5521-B3A6-01CE-9C28AC70C49C}"/>
                </a:ext>
              </a:extLst>
            </p:cNvPr>
            <p:cNvSpPr/>
            <p:nvPr/>
          </p:nvSpPr>
          <p:spPr>
            <a:xfrm>
              <a:off x="170341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FF7A2EE7-52E6-CDF9-3FF8-F4F2C7E8D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454882" y="3410698"/>
              <a:ext cx="637565" cy="711976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0402B593-8CD7-914F-6076-25FAEADE68AA}"/>
                </a:ext>
              </a:extLst>
            </p:cNvPr>
            <p:cNvSpPr/>
            <p:nvPr/>
          </p:nvSpPr>
          <p:spPr>
            <a:xfrm>
              <a:off x="2689525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4AD91398-C87F-FEE8-BDE2-B7050465D476}"/>
                </a:ext>
              </a:extLst>
            </p:cNvPr>
            <p:cNvSpPr/>
            <p:nvPr/>
          </p:nvSpPr>
          <p:spPr>
            <a:xfrm>
              <a:off x="705541" y="3169284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9314B42F-6D56-E4F9-8EC6-06270D0F70D7}"/>
                </a:ext>
              </a:extLst>
            </p:cNvPr>
            <p:cNvSpPr/>
            <p:nvPr/>
          </p:nvSpPr>
          <p:spPr>
            <a:xfrm>
              <a:off x="1709285" y="31559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11E02D66-58F3-DCF0-B4C2-CBD46C3C5842}"/>
                </a:ext>
              </a:extLst>
            </p:cNvPr>
            <p:cNvSpPr/>
            <p:nvPr/>
          </p:nvSpPr>
          <p:spPr>
            <a:xfrm>
              <a:off x="2664129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1C84A777-8F54-57E0-6D90-EF8586AAA3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240" y="3001842"/>
              <a:ext cx="8369482" cy="2826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4E475AE1-8433-2A95-EBFB-A0FF8B71ED2F}"/>
                </a:ext>
              </a:extLst>
            </p:cNvPr>
            <p:cNvSpPr/>
            <p:nvPr/>
          </p:nvSpPr>
          <p:spPr>
            <a:xfrm>
              <a:off x="4473141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B210A223-32EC-A892-4ED2-17CBD616BD9D}"/>
                </a:ext>
              </a:extLst>
            </p:cNvPr>
            <p:cNvSpPr/>
            <p:nvPr/>
          </p:nvSpPr>
          <p:spPr>
            <a:xfrm>
              <a:off x="5411065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7782B410-E087-0E9D-A240-E3298C8E807B}"/>
                </a:ext>
              </a:extLst>
            </p:cNvPr>
            <p:cNvSpPr/>
            <p:nvPr/>
          </p:nvSpPr>
          <p:spPr>
            <a:xfrm>
              <a:off x="3579267" y="5663049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2630DE52-A7ED-86BE-4102-99212F4CD9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591" y="4013642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FD5F4BAC-ADD2-839A-59B5-3BE58F95D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276764" y="5070765"/>
              <a:ext cx="793771" cy="700838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16B2DC77-1AB9-51A5-DCED-F93004DE4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182797" y="5070765"/>
              <a:ext cx="793771" cy="700838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14E26C4D-6BD6-DBB9-79D8-759F75C73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112424" y="5085645"/>
              <a:ext cx="793771" cy="700838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EA4BFCF2-A9E0-B9AF-3E9B-A886E5B93F3D}"/>
                </a:ext>
              </a:extLst>
            </p:cNvPr>
            <p:cNvGrpSpPr/>
            <p:nvPr/>
          </p:nvGrpSpPr>
          <p:grpSpPr>
            <a:xfrm>
              <a:off x="3383330" y="4527593"/>
              <a:ext cx="625045" cy="615566"/>
              <a:chOff x="342415" y="3557834"/>
              <a:chExt cx="1220448" cy="1202016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D15B921E-AB71-1958-6D4B-C18F1ABA1BB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A1F4A0FA-5829-54FA-F79E-030BBC835DC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F8AD903D-12F9-D25E-A26A-F733282CAFC9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240579FB-75EE-9D9F-B7C9-EC569CBB3471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B9758734-FD74-A9F0-AA49-E9C7D277DB3A}"/>
                  </a:ext>
                </a:extLst>
              </p:cNvPr>
              <p:cNvSpPr txBox="1"/>
              <p:nvPr/>
            </p:nvSpPr>
            <p:spPr>
              <a:xfrm>
                <a:off x="479085" y="4107709"/>
                <a:ext cx="981634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A14938A5-5408-A352-43AC-B26E553C1C29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4596660" y="3011368"/>
              <a:ext cx="12885" cy="20742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F49DECEC-9046-8EA7-E826-7E72BA89D3FC}"/>
                </a:ext>
              </a:extLst>
            </p:cNvPr>
            <p:cNvGrpSpPr/>
            <p:nvPr/>
          </p:nvGrpSpPr>
          <p:grpSpPr>
            <a:xfrm>
              <a:off x="4284138" y="4527592"/>
              <a:ext cx="625045" cy="658985"/>
              <a:chOff x="342415" y="3557834"/>
              <a:chExt cx="1220448" cy="1286801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A485890A-F4CE-899A-FF32-4BCE7B9043CE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F194BA73-2D1F-B50E-401A-EB21418C11D1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1CAC94C0-B1B1-6E2D-3AFA-53020FE552EB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93912620-9F8B-A988-DEB6-B3A62CA0926F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DFD1C8DA-4246-DF4F-E3B9-C04EFEF4586E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0A5FAF39-B141-3CD8-E5E2-1DC180E92D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8711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E33A75F1-705B-E4D2-ECFF-C29C6525FE54}"/>
                </a:ext>
              </a:extLst>
            </p:cNvPr>
            <p:cNvGrpSpPr/>
            <p:nvPr/>
          </p:nvGrpSpPr>
          <p:grpSpPr>
            <a:xfrm>
              <a:off x="5249368" y="4542472"/>
              <a:ext cx="625045" cy="658985"/>
              <a:chOff x="342415" y="3557834"/>
              <a:chExt cx="1220448" cy="1286801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65CED526-3788-B08E-5DEA-7C15F28DABE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9805784A-3F8E-2AAE-EB2E-6BF0D1E5584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706D1DE6-D0A1-37FA-A0E1-4E682F50CE72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C57D6223-BF74-D2E7-4CC7-E834C7E3E4A0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E7B6125A-1BE6-4681-BA3F-8437D87F629B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36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255D97BA-2147-BF5D-9264-7CE407A3FD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8082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D83A102C-72B1-1906-4EA2-B01FCF18D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381638" y="3416281"/>
              <a:ext cx="637565" cy="711976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428F42B2-B09C-9E70-D7AD-E4243B3370AF}"/>
                </a:ext>
              </a:extLst>
            </p:cNvPr>
            <p:cNvSpPr/>
            <p:nvPr/>
          </p:nvSpPr>
          <p:spPr>
            <a:xfrm>
              <a:off x="3590707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BF5CE894-4ED5-083C-524A-FD4B6893A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298582" y="3416281"/>
              <a:ext cx="637565" cy="711976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06263FDF-B376-8BC8-3B3F-95A58C3008CE}"/>
                </a:ext>
              </a:extLst>
            </p:cNvPr>
            <p:cNvSpPr/>
            <p:nvPr/>
          </p:nvSpPr>
          <p:spPr>
            <a:xfrm>
              <a:off x="4504366" y="418263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FAD98843-166D-A2DA-776C-AA272913F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263813" y="3431161"/>
              <a:ext cx="637565" cy="711976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5AEBB160-6F22-CD77-E100-6671D8C6EE62}"/>
                </a:ext>
              </a:extLst>
            </p:cNvPr>
            <p:cNvSpPr/>
            <p:nvPr/>
          </p:nvSpPr>
          <p:spPr>
            <a:xfrm>
              <a:off x="549038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D58AB50E-D91A-DA23-044B-1A34055F2830}"/>
                </a:ext>
              </a:extLst>
            </p:cNvPr>
            <p:cNvSpPr/>
            <p:nvPr/>
          </p:nvSpPr>
          <p:spPr>
            <a:xfrm>
              <a:off x="3597868" y="317486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55BF2BBF-5DDB-CCB8-2B3B-19210A35CA4B}"/>
                </a:ext>
              </a:extLst>
            </p:cNvPr>
            <p:cNvSpPr/>
            <p:nvPr/>
          </p:nvSpPr>
          <p:spPr>
            <a:xfrm>
              <a:off x="4510235" y="316148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7D807006-54B2-3A96-A225-E164B749C8A9}"/>
                </a:ext>
              </a:extLst>
            </p:cNvPr>
            <p:cNvSpPr/>
            <p:nvPr/>
          </p:nvSpPr>
          <p:spPr>
            <a:xfrm>
              <a:off x="5473061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40FAD861-6BAE-D01A-FCF8-A58ADCE734F9}"/>
                </a:ext>
              </a:extLst>
            </p:cNvPr>
            <p:cNvSpPr/>
            <p:nvPr/>
          </p:nvSpPr>
          <p:spPr>
            <a:xfrm>
              <a:off x="6364372" y="5677930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6F96F27C-1F75-CE28-C82C-D64EE2A00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065731" y="5085645"/>
              <a:ext cx="793771" cy="700838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34A1EC22-082D-4D58-3DBE-DB9A1EF6C8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25882" y="4028523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67DF3641-5FE6-7E8B-91ED-519AE07BDB7E}"/>
                </a:ext>
              </a:extLst>
            </p:cNvPr>
            <p:cNvGrpSpPr/>
            <p:nvPr/>
          </p:nvGrpSpPr>
          <p:grpSpPr>
            <a:xfrm>
              <a:off x="6202675" y="4542472"/>
              <a:ext cx="625045" cy="658985"/>
              <a:chOff x="342415" y="3557834"/>
              <a:chExt cx="1220448" cy="1286801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E9FC213D-5B9F-DBA5-C3EC-557B4AD32A0E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EF8E3769-F026-CF56-A93F-30DFF8E85DC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7A0225CD-B1BA-EDE8-461E-4DCEDDCCF192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803D9FF8-2A2D-9744-8FC1-BD9B77532FF0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3438800A-7E71-080A-6640-F90B61CF55C2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79BE259C-8C83-FD86-8F07-3F8AE4978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1390" y="303183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3471E5D7-D389-01DE-01C0-4C8A714B8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209053" y="3431161"/>
              <a:ext cx="637565" cy="711976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34255F0A-8C1C-0617-E623-1D89A65E574C}"/>
                </a:ext>
              </a:extLst>
            </p:cNvPr>
            <p:cNvSpPr/>
            <p:nvPr/>
          </p:nvSpPr>
          <p:spPr>
            <a:xfrm>
              <a:off x="6427558" y="4197511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AD28956E-E79B-0C7C-CCEF-679D31353372}"/>
                </a:ext>
              </a:extLst>
            </p:cNvPr>
            <p:cNvSpPr/>
            <p:nvPr/>
          </p:nvSpPr>
          <p:spPr>
            <a:xfrm>
              <a:off x="6426368" y="318310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835C46F-0C29-2EEF-6463-BE25FD4D5CEB}"/>
                </a:ext>
              </a:extLst>
            </p:cNvPr>
            <p:cNvSpPr/>
            <p:nvPr/>
          </p:nvSpPr>
          <p:spPr>
            <a:xfrm>
              <a:off x="7203126" y="5679738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C6C9FB38-A185-6F0F-5A3B-E6BA04A35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904484" y="5087454"/>
              <a:ext cx="793771" cy="700838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5A22DA0D-8399-F5BB-5774-130B731CB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4635" y="4030331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49377162-7533-8930-7631-F2DC859B1E07}"/>
                </a:ext>
              </a:extLst>
            </p:cNvPr>
            <p:cNvGrpSpPr/>
            <p:nvPr/>
          </p:nvGrpSpPr>
          <p:grpSpPr>
            <a:xfrm>
              <a:off x="7041429" y="4544281"/>
              <a:ext cx="625045" cy="658985"/>
              <a:chOff x="342415" y="3557834"/>
              <a:chExt cx="1220448" cy="1286801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045EF0B3-6756-A7EB-ACA5-8D499C08B98A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98C647AC-FC25-3C8D-0717-95CC35F9BAF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EA1BBB9F-EE91-4D47-E9DF-DF9E5F8FEBED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3376726-02C8-E34C-14B4-F440D0994F4B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AEA11845-F97D-D1B1-4FD6-5FBC6A98733B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1A80F4D8-2A58-F6C9-82F1-8C543BABF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0143" y="3033640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A9B68CD0-C2D1-9AE5-991C-D31961CCD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047805" y="3432970"/>
              <a:ext cx="637565" cy="711976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16F0E3E-5CEC-C070-80C6-6032B2085776}"/>
                </a:ext>
              </a:extLst>
            </p:cNvPr>
            <p:cNvSpPr/>
            <p:nvPr/>
          </p:nvSpPr>
          <p:spPr>
            <a:xfrm>
              <a:off x="7266312" y="419932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837CD09-82D2-F72B-52F6-82C4DF3ABB3A}"/>
                </a:ext>
              </a:extLst>
            </p:cNvPr>
            <p:cNvSpPr/>
            <p:nvPr/>
          </p:nvSpPr>
          <p:spPr>
            <a:xfrm>
              <a:off x="7265121" y="318491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E29646C3-932A-8739-3B37-4E49A4A3584E}"/>
                </a:ext>
              </a:extLst>
            </p:cNvPr>
            <p:cNvSpPr/>
            <p:nvPr/>
          </p:nvSpPr>
          <p:spPr>
            <a:xfrm>
              <a:off x="8099416" y="5669555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3AD6D964-D013-3723-2C0D-7FC07EAE5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800774" y="5077272"/>
              <a:ext cx="793771" cy="700838"/>
            </a:xfrm>
            <a:prstGeom prst="rect">
              <a:avLst/>
            </a:prstGeom>
          </p:spPr>
        </p:pic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252DD9B-5F33-5BF5-4962-DF6D274B28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0925" y="4020149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44E4B919-ECAD-94F7-D801-663ECD424A39}"/>
                </a:ext>
              </a:extLst>
            </p:cNvPr>
            <p:cNvGrpSpPr/>
            <p:nvPr/>
          </p:nvGrpSpPr>
          <p:grpSpPr>
            <a:xfrm>
              <a:off x="7937718" y="4534098"/>
              <a:ext cx="625045" cy="658985"/>
              <a:chOff x="342415" y="3557834"/>
              <a:chExt cx="1220448" cy="1286801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90A002D4-9F48-FF78-729B-DCE1D884EF6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2" name="Trapezoide 31">
                <a:extLst>
                  <a:ext uri="{FF2B5EF4-FFF2-40B4-BE49-F238E27FC236}">
                    <a16:creationId xmlns:a16="http://schemas.microsoft.com/office/drawing/2014/main" id="{1237B587-E772-8A7A-987C-E0304A57C97A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4E2EA8AB-6848-D6C2-743B-8FAF2D296258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98DED24-21BC-DBB9-10FF-ACA201864C92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8CB3DE8-D028-A07F-222F-9208783AD19E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06D54F36-C118-49ED-D36C-9089CEC95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6432" y="3023457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EE2995FA-0B7D-8139-0EAA-5D8C1FA21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944095" y="3422787"/>
              <a:ext cx="637565" cy="711976"/>
            </a:xfrm>
            <a:prstGeom prst="rect">
              <a:avLst/>
            </a:prstGeom>
          </p:spPr>
        </p:pic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8179F333-7878-6B51-6A43-DEC0F23DA2BF}"/>
                </a:ext>
              </a:extLst>
            </p:cNvPr>
            <p:cNvSpPr/>
            <p:nvPr/>
          </p:nvSpPr>
          <p:spPr>
            <a:xfrm>
              <a:off x="8162602" y="418913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D7030BB8-0C76-3002-694A-4DB4014B904D}"/>
                </a:ext>
              </a:extLst>
            </p:cNvPr>
            <p:cNvSpPr/>
            <p:nvPr/>
          </p:nvSpPr>
          <p:spPr>
            <a:xfrm>
              <a:off x="8161411" y="3174728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DE320C35-FE54-BA40-59DB-54FED372A30E}"/>
                </a:ext>
              </a:extLst>
            </p:cNvPr>
            <p:cNvSpPr/>
            <p:nvPr/>
          </p:nvSpPr>
          <p:spPr>
            <a:xfrm>
              <a:off x="9003849" y="5657466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3CD7E5B9-A41D-8922-4843-FA357F9AC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705207" y="5065182"/>
              <a:ext cx="793771" cy="700838"/>
            </a:xfrm>
            <a:prstGeom prst="rect">
              <a:avLst/>
            </a:prstGeom>
          </p:spPr>
        </p:pic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787F9CDA-61EB-0B2C-9CFE-6A25C68423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359" y="4008060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8A01686D-5949-33C0-4E45-EB930B52F795}"/>
                </a:ext>
              </a:extLst>
            </p:cNvPr>
            <p:cNvGrpSpPr/>
            <p:nvPr/>
          </p:nvGrpSpPr>
          <p:grpSpPr>
            <a:xfrm>
              <a:off x="8842153" y="4522009"/>
              <a:ext cx="625045" cy="658985"/>
              <a:chOff x="342415" y="3557834"/>
              <a:chExt cx="1220448" cy="1286801"/>
            </a:xfrm>
          </p:grpSpPr>
          <p:sp>
            <p:nvSpPr>
              <p:cNvPr id="44" name="Retângulo 43">
                <a:extLst>
                  <a:ext uri="{FF2B5EF4-FFF2-40B4-BE49-F238E27FC236}">
                    <a16:creationId xmlns:a16="http://schemas.microsoft.com/office/drawing/2014/main" id="{60914C25-9890-A2D8-9DBD-D5817B662D24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5" name="Trapezoide 44">
                <a:extLst>
                  <a:ext uri="{FF2B5EF4-FFF2-40B4-BE49-F238E27FC236}">
                    <a16:creationId xmlns:a16="http://schemas.microsoft.com/office/drawing/2014/main" id="{6A115764-DCF3-F179-30BF-3BBF5E1C3E9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12C54C19-FA27-AFD7-11A4-A0F0042C3DC2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9BC65818-7D24-84C1-66DF-500E4078BE1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78A28A8-98B2-09A4-7E60-3047CB720C7E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37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8BA6F726-065C-ED95-BC18-C1DD8ECE7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867" y="3011368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6023FF64-370A-FB9F-F730-F726AC49E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848529" y="3410698"/>
              <a:ext cx="637565" cy="711976"/>
            </a:xfrm>
            <a:prstGeom prst="rect">
              <a:avLst/>
            </a:prstGeom>
          </p:spPr>
        </p:pic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E24DFA6F-C807-EB62-3D24-EB786DA740DC}"/>
                </a:ext>
              </a:extLst>
            </p:cNvPr>
            <p:cNvSpPr/>
            <p:nvPr/>
          </p:nvSpPr>
          <p:spPr>
            <a:xfrm>
              <a:off x="9067036" y="417704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ABBCCBDC-8411-259B-793D-4E7D423A1373}"/>
                </a:ext>
              </a:extLst>
            </p:cNvPr>
            <p:cNvSpPr/>
            <p:nvPr/>
          </p:nvSpPr>
          <p:spPr>
            <a:xfrm>
              <a:off x="9065845" y="3162639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663190B6-7E05-0460-B3DA-B6E327B4DF98}"/>
                </a:ext>
              </a:extLst>
            </p:cNvPr>
            <p:cNvSpPr/>
            <p:nvPr/>
          </p:nvSpPr>
          <p:spPr>
            <a:xfrm>
              <a:off x="406772" y="2663140"/>
              <a:ext cx="3787462" cy="4274529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CFDCBBF4-8E45-C1DC-9747-81A57F2FC134}"/>
                </a:ext>
              </a:extLst>
            </p:cNvPr>
            <p:cNvSpPr/>
            <p:nvPr/>
          </p:nvSpPr>
          <p:spPr>
            <a:xfrm>
              <a:off x="4265828" y="2663140"/>
              <a:ext cx="1738610" cy="4274529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5D0D4A03-4A54-04E4-EB06-2E0B3521491C}"/>
                </a:ext>
              </a:extLst>
            </p:cNvPr>
            <p:cNvSpPr/>
            <p:nvPr/>
          </p:nvSpPr>
          <p:spPr>
            <a:xfrm>
              <a:off x="6082199" y="2663139"/>
              <a:ext cx="1738610" cy="4274529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2" name="Retângulo 71">
              <a:extLst>
                <a:ext uri="{FF2B5EF4-FFF2-40B4-BE49-F238E27FC236}">
                  <a16:creationId xmlns:a16="http://schemas.microsoft.com/office/drawing/2014/main" id="{BD6B009F-73DC-CBA6-CF61-C2A19A49BFE8}"/>
                </a:ext>
              </a:extLst>
            </p:cNvPr>
            <p:cNvSpPr/>
            <p:nvPr/>
          </p:nvSpPr>
          <p:spPr>
            <a:xfrm>
              <a:off x="7866839" y="2663140"/>
              <a:ext cx="1628924" cy="4274529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4" name="Retângulo: Cantos Arredondados 73">
              <a:extLst>
                <a:ext uri="{FF2B5EF4-FFF2-40B4-BE49-F238E27FC236}">
                  <a16:creationId xmlns:a16="http://schemas.microsoft.com/office/drawing/2014/main" id="{F7AE25D1-9132-9DC4-6F59-6E7625AE7911}"/>
                </a:ext>
              </a:extLst>
            </p:cNvPr>
            <p:cNvSpPr/>
            <p:nvPr/>
          </p:nvSpPr>
          <p:spPr>
            <a:xfrm>
              <a:off x="1552739" y="2320085"/>
              <a:ext cx="1331004" cy="255385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A4FEB712-89A3-A12D-7622-D14D5E7665E2}"/>
                </a:ext>
              </a:extLst>
            </p:cNvPr>
            <p:cNvSpPr txBox="1"/>
            <p:nvPr/>
          </p:nvSpPr>
          <p:spPr>
            <a:xfrm>
              <a:off x="1552739" y="2306901"/>
              <a:ext cx="1331004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ARMAZÉM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18017B30-E070-052D-3B91-A68BC736DC3D}"/>
                </a:ext>
              </a:extLst>
            </p:cNvPr>
            <p:cNvGrpSpPr/>
            <p:nvPr/>
          </p:nvGrpSpPr>
          <p:grpSpPr>
            <a:xfrm>
              <a:off x="4019204" y="2321022"/>
              <a:ext cx="1092834" cy="312265"/>
              <a:chOff x="6806500" y="3142396"/>
              <a:chExt cx="1657007" cy="437171"/>
            </a:xfrm>
          </p:grpSpPr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id="{08ABC0B9-885D-2D2E-A870-2DE9F9DDBB62}"/>
                  </a:ext>
                </a:extLst>
              </p:cNvPr>
              <p:cNvSpPr/>
              <p:nvPr/>
            </p:nvSpPr>
            <p:spPr>
              <a:xfrm>
                <a:off x="6952203" y="3149531"/>
                <a:ext cx="1359470" cy="372990"/>
              </a:xfrm>
              <a:prstGeom prst="roundRect">
                <a:avLst>
                  <a:gd name="adj" fmla="val 50000"/>
                </a:avLst>
              </a:prstGeom>
              <a:solidFill>
                <a:srgbClr val="F37A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3FC1B9E7-5F92-E229-70DE-150083266D87}"/>
                  </a:ext>
                </a:extLst>
              </p:cNvPr>
              <p:cNvSpPr txBox="1"/>
              <p:nvPr/>
            </p:nvSpPr>
            <p:spPr>
              <a:xfrm>
                <a:off x="6806500" y="3142396"/>
                <a:ext cx="1657007" cy="437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3340-05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</p:grpSp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17E3A5F0-1398-8EDF-D4BA-9BF8C6984BCD}"/>
                </a:ext>
              </a:extLst>
            </p:cNvPr>
            <p:cNvSpPr/>
            <p:nvPr/>
          </p:nvSpPr>
          <p:spPr>
            <a:xfrm>
              <a:off x="6416769" y="2317852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E7ADE6F8-7E75-104C-972F-0C37B6E18B4F}"/>
                </a:ext>
              </a:extLst>
            </p:cNvPr>
            <p:cNvSpPr txBox="1"/>
            <p:nvPr/>
          </p:nvSpPr>
          <p:spPr>
            <a:xfrm>
              <a:off x="6452887" y="2304462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3340-07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161" name="Retângulo: Cantos Arredondados 160">
              <a:extLst>
                <a:ext uri="{FF2B5EF4-FFF2-40B4-BE49-F238E27FC236}">
                  <a16:creationId xmlns:a16="http://schemas.microsoft.com/office/drawing/2014/main" id="{68A0508D-6007-963E-C0AA-998296BFF6E4}"/>
                </a:ext>
              </a:extLst>
            </p:cNvPr>
            <p:cNvSpPr/>
            <p:nvPr/>
          </p:nvSpPr>
          <p:spPr>
            <a:xfrm>
              <a:off x="8132022" y="2332554"/>
              <a:ext cx="971050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12D69EC9-F470-4121-278C-242EE7685DE7}"/>
                </a:ext>
              </a:extLst>
            </p:cNvPr>
            <p:cNvSpPr txBox="1"/>
            <p:nvPr/>
          </p:nvSpPr>
          <p:spPr>
            <a:xfrm>
              <a:off x="8154326" y="2326110"/>
              <a:ext cx="89042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3240-03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168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A387-AA40-DF20-9661-1B6B0D01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5466E721-687E-2920-C032-3BC37BD20F3E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9EE8C2E-973C-DC1C-F10C-7AA96E4488CD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4F159B40-755A-CA2E-3E7D-776450612EB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B9A7671-744C-6139-10BD-9C7CA2040537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0EEBC1D-920B-798F-A5A7-E65A04C0778C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0FFDB366-888C-F8EC-0253-F3B92E1BA8D4}"/>
              </a:ext>
            </a:extLst>
          </p:cNvPr>
          <p:cNvSpPr txBox="1"/>
          <p:nvPr/>
        </p:nvSpPr>
        <p:spPr>
          <a:xfrm>
            <a:off x="633700" y="486281"/>
            <a:ext cx="359623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ARMAZÉM 5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9ACBC765-16A6-40C4-E3EA-AAA11D2D1CED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A18FB142-C2F4-52C9-92C0-D4AB114AA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71" name="Agrupar 70">
            <a:extLst>
              <a:ext uri="{FF2B5EF4-FFF2-40B4-BE49-F238E27FC236}">
                <a16:creationId xmlns:a16="http://schemas.microsoft.com/office/drawing/2014/main" id="{CB48AA6A-A969-E689-CB05-18D9BAB28317}"/>
              </a:ext>
            </a:extLst>
          </p:cNvPr>
          <p:cNvGrpSpPr/>
          <p:nvPr/>
        </p:nvGrpSpPr>
        <p:grpSpPr>
          <a:xfrm>
            <a:off x="1022793" y="2281688"/>
            <a:ext cx="8068044" cy="4679472"/>
            <a:chOff x="1320505" y="2302953"/>
            <a:chExt cx="7434966" cy="4679472"/>
          </a:xfrm>
        </p:grpSpPr>
        <p:grpSp>
          <p:nvGrpSpPr>
            <p:cNvPr id="70" name="Agrupar 69">
              <a:extLst>
                <a:ext uri="{FF2B5EF4-FFF2-40B4-BE49-F238E27FC236}">
                  <a16:creationId xmlns:a16="http://schemas.microsoft.com/office/drawing/2014/main" id="{814C7F2E-B45D-405B-F92C-5F6D4AA1CC1A}"/>
                </a:ext>
              </a:extLst>
            </p:cNvPr>
            <p:cNvGrpSpPr/>
            <p:nvPr/>
          </p:nvGrpSpPr>
          <p:grpSpPr>
            <a:xfrm>
              <a:off x="1320505" y="2302953"/>
              <a:ext cx="7434966" cy="4679472"/>
              <a:chOff x="1320505" y="2302953"/>
              <a:chExt cx="7434966" cy="4679472"/>
            </a:xfrm>
          </p:grpSpPr>
          <p:cxnSp>
            <p:nvCxnSpPr>
              <p:cNvPr id="6" name="Conector reto 5">
                <a:extLst>
                  <a:ext uri="{FF2B5EF4-FFF2-40B4-BE49-F238E27FC236}">
                    <a16:creationId xmlns:a16="http://schemas.microsoft.com/office/drawing/2014/main" id="{D8111911-6AB0-BF2E-DE58-D36EB7E8A8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55768" y="3054422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3166A849-4A25-CD40-4608-DC1957168E94}"/>
                  </a:ext>
                </a:extLst>
              </p:cNvPr>
              <p:cNvSpPr/>
              <p:nvPr/>
            </p:nvSpPr>
            <p:spPr>
              <a:xfrm>
                <a:off x="2621769" y="5695324"/>
                <a:ext cx="251756" cy="1200534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84" name="Retângulo 83">
                <a:extLst>
                  <a:ext uri="{FF2B5EF4-FFF2-40B4-BE49-F238E27FC236}">
                    <a16:creationId xmlns:a16="http://schemas.microsoft.com/office/drawing/2014/main" id="{98D1F1E3-1A77-EDEC-B6F4-657F6D45FF02}"/>
                  </a:ext>
                </a:extLst>
              </p:cNvPr>
              <p:cNvSpPr/>
              <p:nvPr/>
            </p:nvSpPr>
            <p:spPr>
              <a:xfrm>
                <a:off x="3559781" y="5695324"/>
                <a:ext cx="251756" cy="1200534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85" name="Retângulo 84">
                <a:extLst>
                  <a:ext uri="{FF2B5EF4-FFF2-40B4-BE49-F238E27FC236}">
                    <a16:creationId xmlns:a16="http://schemas.microsoft.com/office/drawing/2014/main" id="{B3743B51-3BBC-2242-78B2-8A2810359C1C}"/>
                  </a:ext>
                </a:extLst>
              </p:cNvPr>
              <p:cNvSpPr/>
              <p:nvPr/>
            </p:nvSpPr>
            <p:spPr>
              <a:xfrm>
                <a:off x="1614940" y="5695324"/>
                <a:ext cx="251756" cy="1225191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cxnSp>
            <p:nvCxnSpPr>
              <p:cNvPr id="86" name="Conector reto 85">
                <a:extLst>
                  <a:ext uri="{FF2B5EF4-FFF2-40B4-BE49-F238E27FC236}">
                    <a16:creationId xmlns:a16="http://schemas.microsoft.com/office/drawing/2014/main" id="{600FD68A-5C96-9D76-F33E-5C352A62CF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36468" y="4045917"/>
                <a:ext cx="29946" cy="122519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Imagem 86">
                <a:extLst>
                  <a:ext uri="{FF2B5EF4-FFF2-40B4-BE49-F238E27FC236}">
                    <a16:creationId xmlns:a16="http://schemas.microsoft.com/office/drawing/2014/main" id="{B18473CC-92C8-409A-9E6A-64642082C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1320505" y="5103040"/>
                <a:ext cx="793771" cy="700838"/>
              </a:xfrm>
              <a:prstGeom prst="rect">
                <a:avLst/>
              </a:prstGeom>
            </p:spPr>
          </p:pic>
          <p:pic>
            <p:nvPicPr>
              <p:cNvPr id="88" name="Imagem 87">
                <a:extLst>
                  <a:ext uri="{FF2B5EF4-FFF2-40B4-BE49-F238E27FC236}">
                    <a16:creationId xmlns:a16="http://schemas.microsoft.com/office/drawing/2014/main" id="{DFF618C0-A666-3748-0D7D-C7309069C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2331427" y="5103040"/>
                <a:ext cx="793771" cy="700838"/>
              </a:xfrm>
              <a:prstGeom prst="rect">
                <a:avLst/>
              </a:prstGeom>
            </p:spPr>
          </p:pic>
          <p:pic>
            <p:nvPicPr>
              <p:cNvPr id="89" name="Imagem 88">
                <a:extLst>
                  <a:ext uri="{FF2B5EF4-FFF2-40B4-BE49-F238E27FC236}">
                    <a16:creationId xmlns:a16="http://schemas.microsoft.com/office/drawing/2014/main" id="{1670B094-0328-2225-9ADA-33FA95D69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3261140" y="5103040"/>
                <a:ext cx="793771" cy="700838"/>
              </a:xfrm>
              <a:prstGeom prst="rect">
                <a:avLst/>
              </a:prstGeom>
            </p:spPr>
          </p:pic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id="{D9B7CCAC-6FE5-7192-EB69-8100A85747DF}"/>
                  </a:ext>
                </a:extLst>
              </p:cNvPr>
              <p:cNvGrpSpPr/>
              <p:nvPr/>
            </p:nvGrpSpPr>
            <p:grpSpPr>
              <a:xfrm>
                <a:off x="1427071" y="4559867"/>
                <a:ext cx="625045" cy="658985"/>
                <a:chOff x="342415" y="3557834"/>
                <a:chExt cx="1220448" cy="1286801"/>
              </a:xfrm>
            </p:grpSpPr>
            <p:sp>
              <p:nvSpPr>
                <p:cNvPr id="91" name="Retângulo 90">
                  <a:extLst>
                    <a:ext uri="{FF2B5EF4-FFF2-40B4-BE49-F238E27FC236}">
                      <a16:creationId xmlns:a16="http://schemas.microsoft.com/office/drawing/2014/main" id="{15D7BB09-A30A-58A9-C36F-D66C682FC2DA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92" name="Trapezoide 91">
                  <a:extLst>
                    <a:ext uri="{FF2B5EF4-FFF2-40B4-BE49-F238E27FC236}">
                      <a16:creationId xmlns:a16="http://schemas.microsoft.com/office/drawing/2014/main" id="{7B0C80F7-A6F0-BDD6-D60F-C4447BD0EFE8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93" name="Retângulo 92">
                  <a:extLst>
                    <a:ext uri="{FF2B5EF4-FFF2-40B4-BE49-F238E27FC236}">
                      <a16:creationId xmlns:a16="http://schemas.microsoft.com/office/drawing/2014/main" id="{23B00C3C-E109-AA3E-CB62-AD952A13941D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94" name="CaixaDeTexto 93">
                  <a:extLst>
                    <a:ext uri="{FF2B5EF4-FFF2-40B4-BE49-F238E27FC236}">
                      <a16:creationId xmlns:a16="http://schemas.microsoft.com/office/drawing/2014/main" id="{3227D0CC-EF20-D990-A424-DEC6A35B96F5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95" name="CaixaDeTexto 94">
                  <a:extLst>
                    <a:ext uri="{FF2B5EF4-FFF2-40B4-BE49-F238E27FC236}">
                      <a16:creationId xmlns:a16="http://schemas.microsoft.com/office/drawing/2014/main" id="{C1067489-E521-2D6B-B43C-DDC2D4A9D804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83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96" name="Conector reto 95">
                <a:extLst>
                  <a:ext uri="{FF2B5EF4-FFF2-40B4-BE49-F238E27FC236}">
                    <a16:creationId xmlns:a16="http://schemas.microsoft.com/office/drawing/2014/main" id="{528379A3-6A33-4434-4904-2CF2B46CA4D8}"/>
                  </a:ext>
                </a:extLst>
              </p:cNvPr>
              <p:cNvCxnSpPr>
                <a:cxnSpLocks/>
                <a:stCxn id="99" idx="2"/>
              </p:cNvCxnSpPr>
              <p:nvPr/>
            </p:nvCxnSpPr>
            <p:spPr>
              <a:xfrm flipV="1">
                <a:off x="2745288" y="3034166"/>
                <a:ext cx="21639" cy="208369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7" name="Agrupar 96">
                <a:extLst>
                  <a:ext uri="{FF2B5EF4-FFF2-40B4-BE49-F238E27FC236}">
                    <a16:creationId xmlns:a16="http://schemas.microsoft.com/office/drawing/2014/main" id="{33CDD16E-0CB8-54BF-7101-C8307BB8D58D}"/>
                  </a:ext>
                </a:extLst>
              </p:cNvPr>
              <p:cNvGrpSpPr/>
              <p:nvPr/>
            </p:nvGrpSpPr>
            <p:grpSpPr>
              <a:xfrm>
                <a:off x="2432766" y="4559867"/>
                <a:ext cx="625045" cy="658985"/>
                <a:chOff x="342415" y="3557834"/>
                <a:chExt cx="1220448" cy="1286801"/>
              </a:xfrm>
            </p:grpSpPr>
            <p:sp>
              <p:nvSpPr>
                <p:cNvPr id="98" name="Retângulo 97">
                  <a:extLst>
                    <a:ext uri="{FF2B5EF4-FFF2-40B4-BE49-F238E27FC236}">
                      <a16:creationId xmlns:a16="http://schemas.microsoft.com/office/drawing/2014/main" id="{1A44C10B-445A-79F9-0952-4A6DD1B70299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99" name="Trapezoide 98">
                  <a:extLst>
                    <a:ext uri="{FF2B5EF4-FFF2-40B4-BE49-F238E27FC236}">
                      <a16:creationId xmlns:a16="http://schemas.microsoft.com/office/drawing/2014/main" id="{7D8A20B2-4DD5-6394-152D-4E02C9C632D1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00" name="Retângulo 99">
                  <a:extLst>
                    <a:ext uri="{FF2B5EF4-FFF2-40B4-BE49-F238E27FC236}">
                      <a16:creationId xmlns:a16="http://schemas.microsoft.com/office/drawing/2014/main" id="{4989570E-0950-5BD1-1B04-CB08C7CA0DEE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01" name="CaixaDeTexto 100">
                  <a:extLst>
                    <a:ext uri="{FF2B5EF4-FFF2-40B4-BE49-F238E27FC236}">
                      <a16:creationId xmlns:a16="http://schemas.microsoft.com/office/drawing/2014/main" id="{1A9127D1-DD35-E2DB-60C6-13C78DDC842F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02" name="CaixaDeTexto 101">
                  <a:extLst>
                    <a:ext uri="{FF2B5EF4-FFF2-40B4-BE49-F238E27FC236}">
                      <a16:creationId xmlns:a16="http://schemas.microsoft.com/office/drawing/2014/main" id="{7E04D98B-6D1B-CD43-B5C3-48717411FB7F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84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103" name="Conector reto 102">
                <a:extLst>
                  <a:ext uri="{FF2B5EF4-FFF2-40B4-BE49-F238E27FC236}">
                    <a16:creationId xmlns:a16="http://schemas.microsoft.com/office/drawing/2014/main" id="{77B414CB-62B5-ED7D-0821-646319907F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37428" y="4045917"/>
                <a:ext cx="731" cy="113101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id="{4F0D15D2-FCBC-7F2C-5E19-1AC91EF785B9}"/>
                  </a:ext>
                </a:extLst>
              </p:cNvPr>
              <p:cNvGrpSpPr/>
              <p:nvPr/>
            </p:nvGrpSpPr>
            <p:grpSpPr>
              <a:xfrm>
                <a:off x="3373880" y="4559867"/>
                <a:ext cx="625045" cy="658985"/>
                <a:chOff x="342415" y="3557834"/>
                <a:chExt cx="1220448" cy="1286801"/>
              </a:xfrm>
            </p:grpSpPr>
            <p:sp>
              <p:nvSpPr>
                <p:cNvPr id="105" name="Retângulo 104">
                  <a:extLst>
                    <a:ext uri="{FF2B5EF4-FFF2-40B4-BE49-F238E27FC236}">
                      <a16:creationId xmlns:a16="http://schemas.microsoft.com/office/drawing/2014/main" id="{42FB5A74-0C80-CE2F-084C-9D5CF652BF76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06" name="Trapezoide 105">
                  <a:extLst>
                    <a:ext uri="{FF2B5EF4-FFF2-40B4-BE49-F238E27FC236}">
                      <a16:creationId xmlns:a16="http://schemas.microsoft.com/office/drawing/2014/main" id="{F5163488-B739-E08F-FC8C-BE5CC7B5787E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07" name="Retângulo 106">
                  <a:extLst>
                    <a:ext uri="{FF2B5EF4-FFF2-40B4-BE49-F238E27FC236}">
                      <a16:creationId xmlns:a16="http://schemas.microsoft.com/office/drawing/2014/main" id="{4D091400-623C-7F43-9D50-E91313D14345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08" name="CaixaDeTexto 107">
                  <a:extLst>
                    <a:ext uri="{FF2B5EF4-FFF2-40B4-BE49-F238E27FC236}">
                      <a16:creationId xmlns:a16="http://schemas.microsoft.com/office/drawing/2014/main" id="{C2A52140-5490-D3A7-D655-D5CBE54886BF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09" name="CaixaDeTexto 108">
                  <a:extLst>
                    <a:ext uri="{FF2B5EF4-FFF2-40B4-BE49-F238E27FC236}">
                      <a16:creationId xmlns:a16="http://schemas.microsoft.com/office/drawing/2014/main" id="{DCD7A70D-A931-DF78-7769-92EF0E800CA9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89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110" name="Conector reto 109">
                <a:extLst>
                  <a:ext uri="{FF2B5EF4-FFF2-40B4-BE49-F238E27FC236}">
                    <a16:creationId xmlns:a16="http://schemas.microsoft.com/office/drawing/2014/main" id="{6A1ADD3F-8A57-E678-F41B-1A2CEF78F7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55911" y="3034166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to 110">
                <a:extLst>
                  <a:ext uri="{FF2B5EF4-FFF2-40B4-BE49-F238E27FC236}">
                    <a16:creationId xmlns:a16="http://schemas.microsoft.com/office/drawing/2014/main" id="{7BA4F8AD-72D9-64FC-AD42-FA8B6A5DBB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16799" y="3049226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2" name="Imagem 111">
                <a:extLst>
                  <a:ext uri="{FF2B5EF4-FFF2-40B4-BE49-F238E27FC236}">
                    <a16:creationId xmlns:a16="http://schemas.microsoft.com/office/drawing/2014/main" id="{8CFC9075-ABDB-6460-53B3-841EE1480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1441517" y="3448556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13" name="Elipse 112">
                <a:extLst>
                  <a:ext uri="{FF2B5EF4-FFF2-40B4-BE49-F238E27FC236}">
                    <a16:creationId xmlns:a16="http://schemas.microsoft.com/office/drawing/2014/main" id="{D08401A3-6F56-6E64-2886-2312EF8DBB25}"/>
                  </a:ext>
                </a:extLst>
              </p:cNvPr>
              <p:cNvSpPr/>
              <p:nvPr/>
            </p:nvSpPr>
            <p:spPr>
              <a:xfrm>
                <a:off x="1658653" y="4214905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pic>
            <p:nvPicPr>
              <p:cNvPr id="114" name="Imagem 113">
                <a:extLst>
                  <a:ext uri="{FF2B5EF4-FFF2-40B4-BE49-F238E27FC236}">
                    <a16:creationId xmlns:a16="http://schemas.microsoft.com/office/drawing/2014/main" id="{2B055581-C58F-E0D1-7112-BD5C6A11E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2447212" y="3448556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15" name="Elipse 114">
                <a:extLst>
                  <a:ext uri="{FF2B5EF4-FFF2-40B4-BE49-F238E27FC236}">
                    <a16:creationId xmlns:a16="http://schemas.microsoft.com/office/drawing/2014/main" id="{630DC6C1-E9A9-7509-B5CD-C11AF5CDC3DB}"/>
                  </a:ext>
                </a:extLst>
              </p:cNvPr>
              <p:cNvSpPr/>
              <p:nvPr/>
            </p:nvSpPr>
            <p:spPr>
              <a:xfrm>
                <a:off x="2661064" y="4214905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pic>
            <p:nvPicPr>
              <p:cNvPr id="116" name="Imagem 115">
                <a:extLst>
                  <a:ext uri="{FF2B5EF4-FFF2-40B4-BE49-F238E27FC236}">
                    <a16:creationId xmlns:a16="http://schemas.microsoft.com/office/drawing/2014/main" id="{F2FA2612-3FC8-B096-EEDD-68BAA3B98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3412530" y="3448556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17" name="Elipse 116">
                <a:extLst>
                  <a:ext uri="{FF2B5EF4-FFF2-40B4-BE49-F238E27FC236}">
                    <a16:creationId xmlns:a16="http://schemas.microsoft.com/office/drawing/2014/main" id="{32FDFB27-37B2-F511-9764-DE7E77B278EC}"/>
                  </a:ext>
                </a:extLst>
              </p:cNvPr>
              <p:cNvSpPr/>
              <p:nvPr/>
            </p:nvSpPr>
            <p:spPr>
              <a:xfrm>
                <a:off x="3647173" y="4214905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18" name="Elipse 117">
                <a:extLst>
                  <a:ext uri="{FF2B5EF4-FFF2-40B4-BE49-F238E27FC236}">
                    <a16:creationId xmlns:a16="http://schemas.microsoft.com/office/drawing/2014/main" id="{4FC75853-CE22-3FD3-F178-22C4DCC96EEC}"/>
                  </a:ext>
                </a:extLst>
              </p:cNvPr>
              <p:cNvSpPr/>
              <p:nvPr/>
            </p:nvSpPr>
            <p:spPr>
              <a:xfrm>
                <a:off x="1663189" y="3207142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19" name="Elipse 118">
                <a:extLst>
                  <a:ext uri="{FF2B5EF4-FFF2-40B4-BE49-F238E27FC236}">
                    <a16:creationId xmlns:a16="http://schemas.microsoft.com/office/drawing/2014/main" id="{C3D6704B-BFB4-46ED-BCFA-19390AA3DC37}"/>
                  </a:ext>
                </a:extLst>
              </p:cNvPr>
              <p:cNvSpPr/>
              <p:nvPr/>
            </p:nvSpPr>
            <p:spPr>
              <a:xfrm>
                <a:off x="2666933" y="3193760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20" name="Elipse 119">
                <a:extLst>
                  <a:ext uri="{FF2B5EF4-FFF2-40B4-BE49-F238E27FC236}">
                    <a16:creationId xmlns:a16="http://schemas.microsoft.com/office/drawing/2014/main" id="{AA2ED082-8760-E7E7-D91A-D2B217899ACC}"/>
                  </a:ext>
                </a:extLst>
              </p:cNvPr>
              <p:cNvSpPr/>
              <p:nvPr/>
            </p:nvSpPr>
            <p:spPr>
              <a:xfrm>
                <a:off x="3621777" y="3200497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cxnSp>
            <p:nvCxnSpPr>
              <p:cNvPr id="121" name="Conector reto 120">
                <a:extLst>
                  <a:ext uri="{FF2B5EF4-FFF2-40B4-BE49-F238E27FC236}">
                    <a16:creationId xmlns:a16="http://schemas.microsoft.com/office/drawing/2014/main" id="{F8E50818-A607-4D84-F45E-1D37DB2CF7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47354" y="3046167"/>
                <a:ext cx="6575294" cy="3552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Retângulo 121">
                <a:extLst>
                  <a:ext uri="{FF2B5EF4-FFF2-40B4-BE49-F238E27FC236}">
                    <a16:creationId xmlns:a16="http://schemas.microsoft.com/office/drawing/2014/main" id="{88F385C5-2BFD-102E-088C-5DAA3F2568CE}"/>
                  </a:ext>
                </a:extLst>
              </p:cNvPr>
              <p:cNvSpPr/>
              <p:nvPr/>
            </p:nvSpPr>
            <p:spPr>
              <a:xfrm>
                <a:off x="5430788" y="5700907"/>
                <a:ext cx="251756" cy="1194951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23" name="Retângulo 122">
                <a:extLst>
                  <a:ext uri="{FF2B5EF4-FFF2-40B4-BE49-F238E27FC236}">
                    <a16:creationId xmlns:a16="http://schemas.microsoft.com/office/drawing/2014/main" id="{35F4F46E-FDD1-8C83-B24F-A51EB3A17D31}"/>
                  </a:ext>
                </a:extLst>
              </p:cNvPr>
              <p:cNvSpPr/>
              <p:nvPr/>
            </p:nvSpPr>
            <p:spPr>
              <a:xfrm>
                <a:off x="6368713" y="5715787"/>
                <a:ext cx="251756" cy="1194951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24" name="Retângulo 123">
                <a:extLst>
                  <a:ext uri="{FF2B5EF4-FFF2-40B4-BE49-F238E27FC236}">
                    <a16:creationId xmlns:a16="http://schemas.microsoft.com/office/drawing/2014/main" id="{751B7C47-B786-D03F-38D5-5CD3C8BFB3A1}"/>
                  </a:ext>
                </a:extLst>
              </p:cNvPr>
              <p:cNvSpPr/>
              <p:nvPr/>
            </p:nvSpPr>
            <p:spPr>
              <a:xfrm>
                <a:off x="4536915" y="5700907"/>
                <a:ext cx="251756" cy="1194951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cxnSp>
            <p:nvCxnSpPr>
              <p:cNvPr id="125" name="Conector reto 124">
                <a:extLst>
                  <a:ext uri="{FF2B5EF4-FFF2-40B4-BE49-F238E27FC236}">
                    <a16:creationId xmlns:a16="http://schemas.microsoft.com/office/drawing/2014/main" id="{E3340240-CE8F-66AE-66CC-89D3D35342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34238" y="4051500"/>
                <a:ext cx="29946" cy="122519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6" name="Imagem 125">
                <a:extLst>
                  <a:ext uri="{FF2B5EF4-FFF2-40B4-BE49-F238E27FC236}">
                    <a16:creationId xmlns:a16="http://schemas.microsoft.com/office/drawing/2014/main" id="{8322ABA1-2F0E-F70F-47F4-26CB7E86A4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4234412" y="5108623"/>
                <a:ext cx="793771" cy="700838"/>
              </a:xfrm>
              <a:prstGeom prst="rect">
                <a:avLst/>
              </a:prstGeom>
            </p:spPr>
          </p:pic>
          <p:pic>
            <p:nvPicPr>
              <p:cNvPr id="127" name="Imagem 126">
                <a:extLst>
                  <a:ext uri="{FF2B5EF4-FFF2-40B4-BE49-F238E27FC236}">
                    <a16:creationId xmlns:a16="http://schemas.microsoft.com/office/drawing/2014/main" id="{0692B878-E73D-2376-4650-3DA105D6B8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5140445" y="5108623"/>
                <a:ext cx="793771" cy="700838"/>
              </a:xfrm>
              <a:prstGeom prst="rect">
                <a:avLst/>
              </a:prstGeom>
            </p:spPr>
          </p:pic>
          <p:pic>
            <p:nvPicPr>
              <p:cNvPr id="128" name="Imagem 127">
                <a:extLst>
                  <a:ext uri="{FF2B5EF4-FFF2-40B4-BE49-F238E27FC236}">
                    <a16:creationId xmlns:a16="http://schemas.microsoft.com/office/drawing/2014/main" id="{244DC202-32CB-06AA-A602-2AAC02DD2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6070072" y="5123503"/>
                <a:ext cx="793771" cy="700838"/>
              </a:xfrm>
              <a:prstGeom prst="rect">
                <a:avLst/>
              </a:prstGeom>
            </p:spPr>
          </p:pic>
          <p:grpSp>
            <p:nvGrpSpPr>
              <p:cNvPr id="129" name="Agrupar 128">
                <a:extLst>
                  <a:ext uri="{FF2B5EF4-FFF2-40B4-BE49-F238E27FC236}">
                    <a16:creationId xmlns:a16="http://schemas.microsoft.com/office/drawing/2014/main" id="{ECE83739-AD7E-B8CE-FFD9-50B480EDC03E}"/>
                  </a:ext>
                </a:extLst>
              </p:cNvPr>
              <p:cNvGrpSpPr/>
              <p:nvPr/>
            </p:nvGrpSpPr>
            <p:grpSpPr>
              <a:xfrm>
                <a:off x="4340978" y="4565450"/>
                <a:ext cx="625045" cy="658985"/>
                <a:chOff x="342415" y="3557834"/>
                <a:chExt cx="1220448" cy="1286801"/>
              </a:xfrm>
            </p:grpSpPr>
            <p:sp>
              <p:nvSpPr>
                <p:cNvPr id="130" name="Retângulo 129">
                  <a:extLst>
                    <a:ext uri="{FF2B5EF4-FFF2-40B4-BE49-F238E27FC236}">
                      <a16:creationId xmlns:a16="http://schemas.microsoft.com/office/drawing/2014/main" id="{A3FD2F09-C772-D39C-2BA2-82C4BA295A34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31" name="Trapezoide 130">
                  <a:extLst>
                    <a:ext uri="{FF2B5EF4-FFF2-40B4-BE49-F238E27FC236}">
                      <a16:creationId xmlns:a16="http://schemas.microsoft.com/office/drawing/2014/main" id="{4EF8FBAF-90DE-9B4A-781B-D405E5BF1728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32" name="Retângulo 131">
                  <a:extLst>
                    <a:ext uri="{FF2B5EF4-FFF2-40B4-BE49-F238E27FC236}">
                      <a16:creationId xmlns:a16="http://schemas.microsoft.com/office/drawing/2014/main" id="{40709A04-CD1B-276F-FE6D-181AFF373200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33" name="CaixaDeTexto 132">
                  <a:extLst>
                    <a:ext uri="{FF2B5EF4-FFF2-40B4-BE49-F238E27FC236}">
                      <a16:creationId xmlns:a16="http://schemas.microsoft.com/office/drawing/2014/main" id="{4477B724-E9AD-1545-231A-69F78A5B454B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910FE9C1-9DF4-B924-AFB3-98912C226FE2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90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135" name="Conector reto 134">
                <a:extLst>
                  <a:ext uri="{FF2B5EF4-FFF2-40B4-BE49-F238E27FC236}">
                    <a16:creationId xmlns:a16="http://schemas.microsoft.com/office/drawing/2014/main" id="{36B61ED5-6BD3-6D0F-BC05-2250E2658C31}"/>
                  </a:ext>
                </a:extLst>
              </p:cNvPr>
              <p:cNvCxnSpPr>
                <a:cxnSpLocks/>
                <a:stCxn id="138" idx="2"/>
              </p:cNvCxnSpPr>
              <p:nvPr/>
            </p:nvCxnSpPr>
            <p:spPr>
              <a:xfrm flipV="1">
                <a:off x="5554308" y="3049226"/>
                <a:ext cx="12885" cy="207422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Agrupar 135">
                <a:extLst>
                  <a:ext uri="{FF2B5EF4-FFF2-40B4-BE49-F238E27FC236}">
                    <a16:creationId xmlns:a16="http://schemas.microsoft.com/office/drawing/2014/main" id="{1259AEA1-7441-B462-773D-E99B673D0D82}"/>
                  </a:ext>
                </a:extLst>
              </p:cNvPr>
              <p:cNvGrpSpPr/>
              <p:nvPr/>
            </p:nvGrpSpPr>
            <p:grpSpPr>
              <a:xfrm>
                <a:off x="5241785" y="4565450"/>
                <a:ext cx="625045" cy="658985"/>
                <a:chOff x="342415" y="3557834"/>
                <a:chExt cx="1220448" cy="1286801"/>
              </a:xfrm>
            </p:grpSpPr>
            <p:sp>
              <p:nvSpPr>
                <p:cNvPr id="137" name="Retângulo 136">
                  <a:extLst>
                    <a:ext uri="{FF2B5EF4-FFF2-40B4-BE49-F238E27FC236}">
                      <a16:creationId xmlns:a16="http://schemas.microsoft.com/office/drawing/2014/main" id="{DB573C33-A8C5-D6BB-ED01-143972202044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38" name="Trapezoide 137">
                  <a:extLst>
                    <a:ext uri="{FF2B5EF4-FFF2-40B4-BE49-F238E27FC236}">
                      <a16:creationId xmlns:a16="http://schemas.microsoft.com/office/drawing/2014/main" id="{17E62678-88DD-F968-2CF3-105EA775F95F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39" name="Retângulo 138">
                  <a:extLst>
                    <a:ext uri="{FF2B5EF4-FFF2-40B4-BE49-F238E27FC236}">
                      <a16:creationId xmlns:a16="http://schemas.microsoft.com/office/drawing/2014/main" id="{9FD81767-E90D-33D3-F312-8110D57C1F0F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40" name="CaixaDeTexto 139">
                  <a:extLst>
                    <a:ext uri="{FF2B5EF4-FFF2-40B4-BE49-F238E27FC236}">
                      <a16:creationId xmlns:a16="http://schemas.microsoft.com/office/drawing/2014/main" id="{58A91411-7ECB-A7E1-FB00-21B48F297947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41" name="CaixaDeTexto 140">
                  <a:extLst>
                    <a:ext uri="{FF2B5EF4-FFF2-40B4-BE49-F238E27FC236}">
                      <a16:creationId xmlns:a16="http://schemas.microsoft.com/office/drawing/2014/main" id="{E9FF0967-DBAA-8C93-10AE-4F16B4E1CE1A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85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142" name="Conector reto 141">
                <a:extLst>
                  <a:ext uri="{FF2B5EF4-FFF2-40B4-BE49-F238E27FC236}">
                    <a16:creationId xmlns:a16="http://schemas.microsoft.com/office/drawing/2014/main" id="{4A2406BF-1E9E-3F89-BFAC-712650CCC5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546359" y="4066381"/>
                <a:ext cx="731" cy="113101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3" name="Agrupar 142">
                <a:extLst>
                  <a:ext uri="{FF2B5EF4-FFF2-40B4-BE49-F238E27FC236}">
                    <a16:creationId xmlns:a16="http://schemas.microsoft.com/office/drawing/2014/main" id="{B7A247FD-C31C-66DC-C52D-1A64E510160F}"/>
                  </a:ext>
                </a:extLst>
              </p:cNvPr>
              <p:cNvGrpSpPr/>
              <p:nvPr/>
            </p:nvGrpSpPr>
            <p:grpSpPr>
              <a:xfrm>
                <a:off x="6207016" y="4580330"/>
                <a:ext cx="625045" cy="658985"/>
                <a:chOff x="342415" y="3557834"/>
                <a:chExt cx="1220448" cy="1286801"/>
              </a:xfrm>
            </p:grpSpPr>
            <p:sp>
              <p:nvSpPr>
                <p:cNvPr id="144" name="Retângulo 143">
                  <a:extLst>
                    <a:ext uri="{FF2B5EF4-FFF2-40B4-BE49-F238E27FC236}">
                      <a16:creationId xmlns:a16="http://schemas.microsoft.com/office/drawing/2014/main" id="{669469DE-44AE-52F7-2DFC-9331D991DA47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45" name="Trapezoide 144">
                  <a:extLst>
                    <a:ext uri="{FF2B5EF4-FFF2-40B4-BE49-F238E27FC236}">
                      <a16:creationId xmlns:a16="http://schemas.microsoft.com/office/drawing/2014/main" id="{3E55DA3F-FAA0-3C5B-AB18-471BBA1BBAC5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46" name="Retângulo 145">
                  <a:extLst>
                    <a:ext uri="{FF2B5EF4-FFF2-40B4-BE49-F238E27FC236}">
                      <a16:creationId xmlns:a16="http://schemas.microsoft.com/office/drawing/2014/main" id="{3ADCEA90-A3D2-3BAD-8992-D3D112E171C3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47" name="CaixaDeTexto 146">
                  <a:extLst>
                    <a:ext uri="{FF2B5EF4-FFF2-40B4-BE49-F238E27FC236}">
                      <a16:creationId xmlns:a16="http://schemas.microsoft.com/office/drawing/2014/main" id="{52CFA506-9AC0-6EE0-C51E-07B239C431FD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48" name="CaixaDeTexto 147">
                  <a:extLst>
                    <a:ext uri="{FF2B5EF4-FFF2-40B4-BE49-F238E27FC236}">
                      <a16:creationId xmlns:a16="http://schemas.microsoft.com/office/drawing/2014/main" id="{B7F3A286-BCDC-9407-6BC4-443A04F7D9F1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88</a:t>
                  </a:r>
                </a:p>
              </p:txBody>
            </p:sp>
          </p:grpSp>
          <p:cxnSp>
            <p:nvCxnSpPr>
              <p:cNvPr id="150" name="Conector reto 149">
                <a:extLst>
                  <a:ext uri="{FF2B5EF4-FFF2-40B4-BE49-F238E27FC236}">
                    <a16:creationId xmlns:a16="http://schemas.microsoft.com/office/drawing/2014/main" id="{7898D122-F240-81BE-E43C-AD0F71CA54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5730" y="3069690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1" name="Imagem 150">
                <a:extLst>
                  <a:ext uri="{FF2B5EF4-FFF2-40B4-BE49-F238E27FC236}">
                    <a16:creationId xmlns:a16="http://schemas.microsoft.com/office/drawing/2014/main" id="{678DBF73-BDEC-04EF-4060-D7D9CA404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4339286" y="3454138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52" name="Elipse 151">
                <a:extLst>
                  <a:ext uri="{FF2B5EF4-FFF2-40B4-BE49-F238E27FC236}">
                    <a16:creationId xmlns:a16="http://schemas.microsoft.com/office/drawing/2014/main" id="{6BF6180A-FD70-C7D8-BB70-84190CFCC643}"/>
                  </a:ext>
                </a:extLst>
              </p:cNvPr>
              <p:cNvSpPr/>
              <p:nvPr/>
            </p:nvSpPr>
            <p:spPr>
              <a:xfrm>
                <a:off x="4560738" y="4220488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54" name="Elipse 153">
                <a:extLst>
                  <a:ext uri="{FF2B5EF4-FFF2-40B4-BE49-F238E27FC236}">
                    <a16:creationId xmlns:a16="http://schemas.microsoft.com/office/drawing/2014/main" id="{07944D6C-EA91-A61D-D021-3B9A6D8A6F85}"/>
                  </a:ext>
                </a:extLst>
              </p:cNvPr>
              <p:cNvSpPr/>
              <p:nvPr/>
            </p:nvSpPr>
            <p:spPr>
              <a:xfrm>
                <a:off x="5462014" y="4220488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pic>
            <p:nvPicPr>
              <p:cNvPr id="155" name="Imagem 154">
                <a:extLst>
                  <a:ext uri="{FF2B5EF4-FFF2-40B4-BE49-F238E27FC236}">
                    <a16:creationId xmlns:a16="http://schemas.microsoft.com/office/drawing/2014/main" id="{F30ED5AA-00ED-ABDA-C14E-3EE77D6CD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6221460" y="3469019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56" name="Elipse 155">
                <a:extLst>
                  <a:ext uri="{FF2B5EF4-FFF2-40B4-BE49-F238E27FC236}">
                    <a16:creationId xmlns:a16="http://schemas.microsoft.com/office/drawing/2014/main" id="{923F0ACC-C423-500D-FAD1-09A61C27CE5B}"/>
                  </a:ext>
                </a:extLst>
              </p:cNvPr>
              <p:cNvSpPr/>
              <p:nvPr/>
            </p:nvSpPr>
            <p:spPr>
              <a:xfrm>
                <a:off x="6448036" y="4235369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57" name="Elipse 156">
                <a:extLst>
                  <a:ext uri="{FF2B5EF4-FFF2-40B4-BE49-F238E27FC236}">
                    <a16:creationId xmlns:a16="http://schemas.microsoft.com/office/drawing/2014/main" id="{5E423E86-9B77-E7F6-B31B-AC099CE8760D}"/>
                  </a:ext>
                </a:extLst>
              </p:cNvPr>
              <p:cNvSpPr/>
              <p:nvPr/>
            </p:nvSpPr>
            <p:spPr>
              <a:xfrm>
                <a:off x="4560959" y="3212725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58" name="Elipse 157">
                <a:extLst>
                  <a:ext uri="{FF2B5EF4-FFF2-40B4-BE49-F238E27FC236}">
                    <a16:creationId xmlns:a16="http://schemas.microsoft.com/office/drawing/2014/main" id="{3DC3BA30-2A9C-2110-4373-97C96438820F}"/>
                  </a:ext>
                </a:extLst>
              </p:cNvPr>
              <p:cNvSpPr/>
              <p:nvPr/>
            </p:nvSpPr>
            <p:spPr>
              <a:xfrm>
                <a:off x="5467883" y="3199343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59" name="Elipse 158">
                <a:extLst>
                  <a:ext uri="{FF2B5EF4-FFF2-40B4-BE49-F238E27FC236}">
                    <a16:creationId xmlns:a16="http://schemas.microsoft.com/office/drawing/2014/main" id="{01B9ADCB-4F31-A11E-7A33-54C820CF2909}"/>
                  </a:ext>
                </a:extLst>
              </p:cNvPr>
              <p:cNvSpPr/>
              <p:nvPr/>
            </p:nvSpPr>
            <p:spPr>
              <a:xfrm>
                <a:off x="6430708" y="3220960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4" name="Retângulo 183">
                <a:extLst>
                  <a:ext uri="{FF2B5EF4-FFF2-40B4-BE49-F238E27FC236}">
                    <a16:creationId xmlns:a16="http://schemas.microsoft.com/office/drawing/2014/main" id="{BC4FE380-BE5D-3AC9-F37E-B9EC7FF302E5}"/>
                  </a:ext>
                </a:extLst>
              </p:cNvPr>
              <p:cNvSpPr/>
              <p:nvPr/>
            </p:nvSpPr>
            <p:spPr>
              <a:xfrm>
                <a:off x="7322020" y="5715787"/>
                <a:ext cx="251756" cy="1194951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pic>
            <p:nvPicPr>
              <p:cNvPr id="185" name="Imagem 184">
                <a:extLst>
                  <a:ext uri="{FF2B5EF4-FFF2-40B4-BE49-F238E27FC236}">
                    <a16:creationId xmlns:a16="http://schemas.microsoft.com/office/drawing/2014/main" id="{BB61E6F0-26E6-F2BB-A04C-4CCCE5078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7023379" y="5123503"/>
                <a:ext cx="793771" cy="700838"/>
              </a:xfrm>
              <a:prstGeom prst="rect">
                <a:avLst/>
              </a:prstGeom>
            </p:spPr>
          </p:pic>
          <p:cxnSp>
            <p:nvCxnSpPr>
              <p:cNvPr id="186" name="Conector reto 185">
                <a:extLst>
                  <a:ext uri="{FF2B5EF4-FFF2-40B4-BE49-F238E27FC236}">
                    <a16:creationId xmlns:a16="http://schemas.microsoft.com/office/drawing/2014/main" id="{08F1B78C-A0B6-4599-7674-B792FEB37C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83530" y="4066381"/>
                <a:ext cx="731" cy="113101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7" name="Agrupar 186">
                <a:extLst>
                  <a:ext uri="{FF2B5EF4-FFF2-40B4-BE49-F238E27FC236}">
                    <a16:creationId xmlns:a16="http://schemas.microsoft.com/office/drawing/2014/main" id="{D5F64A03-B305-671F-4286-45460C7E2F51}"/>
                  </a:ext>
                </a:extLst>
              </p:cNvPr>
              <p:cNvGrpSpPr/>
              <p:nvPr/>
            </p:nvGrpSpPr>
            <p:grpSpPr>
              <a:xfrm>
                <a:off x="7160323" y="4580330"/>
                <a:ext cx="625045" cy="658985"/>
                <a:chOff x="342415" y="3557834"/>
                <a:chExt cx="1220448" cy="1286801"/>
              </a:xfrm>
            </p:grpSpPr>
            <p:sp>
              <p:nvSpPr>
                <p:cNvPr id="188" name="Retângulo 187">
                  <a:extLst>
                    <a:ext uri="{FF2B5EF4-FFF2-40B4-BE49-F238E27FC236}">
                      <a16:creationId xmlns:a16="http://schemas.microsoft.com/office/drawing/2014/main" id="{0E554230-C232-7A74-6A34-09457AB25930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89" name="Trapezoide 188">
                  <a:extLst>
                    <a:ext uri="{FF2B5EF4-FFF2-40B4-BE49-F238E27FC236}">
                      <a16:creationId xmlns:a16="http://schemas.microsoft.com/office/drawing/2014/main" id="{AEFFEA37-6CBC-EF9C-581E-A53CE9D7EF11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90" name="Retângulo 189">
                  <a:extLst>
                    <a:ext uri="{FF2B5EF4-FFF2-40B4-BE49-F238E27FC236}">
                      <a16:creationId xmlns:a16="http://schemas.microsoft.com/office/drawing/2014/main" id="{EF7E0E50-2732-2F6B-F193-1CCA6D37F224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91" name="CaixaDeTexto 190">
                  <a:extLst>
                    <a:ext uri="{FF2B5EF4-FFF2-40B4-BE49-F238E27FC236}">
                      <a16:creationId xmlns:a16="http://schemas.microsoft.com/office/drawing/2014/main" id="{0AFDE644-D30F-A5A8-F307-CFBD4D2C7DEE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192" name="CaixaDeTexto 191">
                  <a:extLst>
                    <a:ext uri="{FF2B5EF4-FFF2-40B4-BE49-F238E27FC236}">
                      <a16:creationId xmlns:a16="http://schemas.microsoft.com/office/drawing/2014/main" id="{388AFA8B-FDBE-CAF8-EED1-7ECA9A71F84F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86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193" name="Conector reto 192">
                <a:extLst>
                  <a:ext uri="{FF2B5EF4-FFF2-40B4-BE49-F238E27FC236}">
                    <a16:creationId xmlns:a16="http://schemas.microsoft.com/office/drawing/2014/main" id="{DBC13A06-5986-2820-35E4-76117E25F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79037" y="3069690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4" name="Imagem 193">
                <a:extLst>
                  <a:ext uri="{FF2B5EF4-FFF2-40B4-BE49-F238E27FC236}">
                    <a16:creationId xmlns:a16="http://schemas.microsoft.com/office/drawing/2014/main" id="{CADF63FE-188E-D312-4D83-1EDB67061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7166700" y="3469019"/>
                <a:ext cx="637565" cy="711976"/>
              </a:xfrm>
              <a:prstGeom prst="rect">
                <a:avLst/>
              </a:prstGeom>
            </p:spPr>
          </p:pic>
          <p:sp>
            <p:nvSpPr>
              <p:cNvPr id="195" name="Elipse 194">
                <a:extLst>
                  <a:ext uri="{FF2B5EF4-FFF2-40B4-BE49-F238E27FC236}">
                    <a16:creationId xmlns:a16="http://schemas.microsoft.com/office/drawing/2014/main" id="{809E6E60-E95E-C699-D463-01AFBBBF433C}"/>
                  </a:ext>
                </a:extLst>
              </p:cNvPr>
              <p:cNvSpPr/>
              <p:nvPr/>
            </p:nvSpPr>
            <p:spPr>
              <a:xfrm>
                <a:off x="7385206" y="4235369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6" name="Elipse 195">
                <a:extLst>
                  <a:ext uri="{FF2B5EF4-FFF2-40B4-BE49-F238E27FC236}">
                    <a16:creationId xmlns:a16="http://schemas.microsoft.com/office/drawing/2014/main" id="{A083129B-EA8E-6B68-5A48-4F1ADB5B32C3}"/>
                  </a:ext>
                </a:extLst>
              </p:cNvPr>
              <p:cNvSpPr/>
              <p:nvPr/>
            </p:nvSpPr>
            <p:spPr>
              <a:xfrm>
                <a:off x="7384016" y="3220960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8203D86C-E237-7527-1B57-A03EF9A56CC6}"/>
                  </a:ext>
                </a:extLst>
              </p:cNvPr>
              <p:cNvSpPr/>
              <p:nvPr/>
            </p:nvSpPr>
            <p:spPr>
              <a:xfrm>
                <a:off x="8160773" y="5717596"/>
                <a:ext cx="251756" cy="1193143"/>
              </a:xfrm>
              <a:prstGeom prst="rect">
                <a:avLst/>
              </a:prstGeom>
              <a:solidFill>
                <a:srgbClr val="E92B2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3BEFEB38-F01F-7E01-1808-E38C75E153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33" t="13744" r="20463" b="17200"/>
              <a:stretch>
                <a:fillRect/>
              </a:stretch>
            </p:blipFill>
            <p:spPr>
              <a:xfrm>
                <a:off x="7862132" y="5125312"/>
                <a:ext cx="793771" cy="700838"/>
              </a:xfrm>
              <a:prstGeom prst="rect">
                <a:avLst/>
              </a:prstGeom>
            </p:spPr>
          </p:pic>
          <p:cxnSp>
            <p:nvCxnSpPr>
              <p:cNvPr id="16" name="Conector reto 15">
                <a:extLst>
                  <a:ext uri="{FF2B5EF4-FFF2-40B4-BE49-F238E27FC236}">
                    <a16:creationId xmlns:a16="http://schemas.microsoft.com/office/drawing/2014/main" id="{433432DF-6A43-B509-F409-B86FC9FBAF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22283" y="4068189"/>
                <a:ext cx="731" cy="113101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Agrupar 16">
                <a:extLst>
                  <a:ext uri="{FF2B5EF4-FFF2-40B4-BE49-F238E27FC236}">
                    <a16:creationId xmlns:a16="http://schemas.microsoft.com/office/drawing/2014/main" id="{394536C9-741E-6BB5-DA20-24B4323B2E9B}"/>
                  </a:ext>
                </a:extLst>
              </p:cNvPr>
              <p:cNvGrpSpPr/>
              <p:nvPr/>
            </p:nvGrpSpPr>
            <p:grpSpPr>
              <a:xfrm>
                <a:off x="7999077" y="4582139"/>
                <a:ext cx="625045" cy="658985"/>
                <a:chOff x="342415" y="3557834"/>
                <a:chExt cx="1220448" cy="1286801"/>
              </a:xfrm>
            </p:grpSpPr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1A2D6958-3099-A9AD-88D8-00D94F6EB004}"/>
                    </a:ext>
                  </a:extLst>
                </p:cNvPr>
                <p:cNvSpPr/>
                <p:nvPr/>
              </p:nvSpPr>
              <p:spPr>
                <a:xfrm>
                  <a:off x="488443" y="3557834"/>
                  <a:ext cx="928395" cy="10896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19" name="Trapezoide 18">
                  <a:extLst>
                    <a:ext uri="{FF2B5EF4-FFF2-40B4-BE49-F238E27FC236}">
                      <a16:creationId xmlns:a16="http://schemas.microsoft.com/office/drawing/2014/main" id="{700AB52F-A68B-925E-1EFA-984704DF1762}"/>
                    </a:ext>
                  </a:extLst>
                </p:cNvPr>
                <p:cNvSpPr/>
                <p:nvPr/>
              </p:nvSpPr>
              <p:spPr>
                <a:xfrm rot="10800000">
                  <a:off x="488443" y="4647433"/>
                  <a:ext cx="928394" cy="112417"/>
                </a:xfrm>
                <a:prstGeom prst="trapezoid">
                  <a:avLst/>
                </a:prstGeom>
                <a:solidFill>
                  <a:srgbClr val="E2E2E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322B47CC-CEBB-EDD9-0248-6DEAA7BF0EF6}"/>
                    </a:ext>
                  </a:extLst>
                </p:cNvPr>
                <p:cNvSpPr/>
                <p:nvPr/>
              </p:nvSpPr>
              <p:spPr>
                <a:xfrm>
                  <a:off x="488443" y="3565328"/>
                  <a:ext cx="928394" cy="355727"/>
                </a:xfrm>
                <a:prstGeom prst="rect">
                  <a:avLst/>
                </a:prstGeom>
                <a:solidFill>
                  <a:srgbClr val="FDFBAB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962"/>
                </a:p>
              </p:txBody>
            </p:sp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A325F081-9299-7E5B-7F2A-697C1495B902}"/>
                    </a:ext>
                  </a:extLst>
                </p:cNvPr>
                <p:cNvSpPr txBox="1"/>
                <p:nvPr/>
              </p:nvSpPr>
              <p:spPr>
                <a:xfrm>
                  <a:off x="342415" y="3590438"/>
                  <a:ext cx="1220448" cy="652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786" dirty="0">
                      <a:latin typeface="Manrope ExtraBold" pitchFamily="2" charset="0"/>
                    </a:rPr>
                    <a:t>ATENÇÃO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F439F38C-0E5E-BC98-D484-AAE3384E2CC7}"/>
                    </a:ext>
                  </a:extLst>
                </p:cNvPr>
                <p:cNvSpPr txBox="1"/>
                <p:nvPr/>
              </p:nvSpPr>
              <p:spPr>
                <a:xfrm>
                  <a:off x="537456" y="4149233"/>
                  <a:ext cx="855322" cy="6954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857" dirty="0">
                      <a:latin typeface="Manrope ExtraBold" pitchFamily="2" charset="0"/>
                    </a:rPr>
                    <a:t>N° 87</a:t>
                  </a:r>
                  <a:endParaRPr lang="pt-BR" sz="1000" dirty="0">
                    <a:latin typeface="Manrope ExtraBold" pitchFamily="2" charset="0"/>
                  </a:endParaRPr>
                </a:p>
              </p:txBody>
            </p:sp>
          </p:grpSp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id="{A487549C-3392-FC15-D762-64195768FE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17791" y="3071497"/>
                <a:ext cx="4388" cy="87257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4" name="Imagem 23">
                <a:extLst>
                  <a:ext uri="{FF2B5EF4-FFF2-40B4-BE49-F238E27FC236}">
                    <a16:creationId xmlns:a16="http://schemas.microsoft.com/office/drawing/2014/main" id="{2FD593FA-766A-B0ED-7E2F-335C4A8E0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52" t="10351" r="25853" b="13860"/>
              <a:stretch>
                <a:fillRect/>
              </a:stretch>
            </p:blipFill>
            <p:spPr>
              <a:xfrm>
                <a:off x="8005453" y="3470828"/>
                <a:ext cx="637565" cy="711976"/>
              </a:xfrm>
              <a:prstGeom prst="rect">
                <a:avLst/>
              </a:prstGeom>
            </p:spPr>
          </p:pic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0FF437D5-18EC-3DB5-32C4-532E0171A753}"/>
                  </a:ext>
                </a:extLst>
              </p:cNvPr>
              <p:cNvSpPr/>
              <p:nvPr/>
            </p:nvSpPr>
            <p:spPr>
              <a:xfrm>
                <a:off x="8223960" y="4237177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2B06BEC0-080F-5C4E-3399-EAE8EDD47139}"/>
                  </a:ext>
                </a:extLst>
              </p:cNvPr>
              <p:cNvSpPr/>
              <p:nvPr/>
            </p:nvSpPr>
            <p:spPr>
              <a:xfrm>
                <a:off x="8222769" y="3222768"/>
                <a:ext cx="194219" cy="199048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58" name="Retângulo 57">
                <a:extLst>
                  <a:ext uri="{FF2B5EF4-FFF2-40B4-BE49-F238E27FC236}">
                    <a16:creationId xmlns:a16="http://schemas.microsoft.com/office/drawing/2014/main" id="{821FE020-5010-CA12-527B-F49C2D97170D}"/>
                  </a:ext>
                </a:extLst>
              </p:cNvPr>
              <p:cNvSpPr/>
              <p:nvPr/>
            </p:nvSpPr>
            <p:spPr>
              <a:xfrm>
                <a:off x="1364420" y="2700998"/>
                <a:ext cx="3714191" cy="4274529"/>
              </a:xfrm>
              <a:prstGeom prst="rect">
                <a:avLst/>
              </a:prstGeom>
              <a:noFill/>
              <a:ln w="38100">
                <a:solidFill>
                  <a:srgbClr val="0074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id="{0117A48D-C28E-6994-86BA-576E8AE31899}"/>
                  </a:ext>
                </a:extLst>
              </p:cNvPr>
              <p:cNvSpPr/>
              <p:nvPr/>
            </p:nvSpPr>
            <p:spPr>
              <a:xfrm>
                <a:off x="5149114" y="2700996"/>
                <a:ext cx="884969" cy="4274529"/>
              </a:xfrm>
              <a:prstGeom prst="rect">
                <a:avLst/>
              </a:prstGeom>
              <a:noFill/>
              <a:ln w="38100">
                <a:solidFill>
                  <a:srgbClr val="DCE137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" name="Retângulo: Cantos Arredondados 3">
                <a:extLst>
                  <a:ext uri="{FF2B5EF4-FFF2-40B4-BE49-F238E27FC236}">
                    <a16:creationId xmlns:a16="http://schemas.microsoft.com/office/drawing/2014/main" id="{E1EBEE1B-9889-2630-BA2D-5B2034DB8BD1}"/>
                  </a:ext>
                </a:extLst>
              </p:cNvPr>
              <p:cNvSpPr/>
              <p:nvPr/>
            </p:nvSpPr>
            <p:spPr>
              <a:xfrm>
                <a:off x="5137782" y="2343170"/>
                <a:ext cx="896601" cy="266421"/>
              </a:xfrm>
              <a:prstGeom prst="roundRect">
                <a:avLst>
                  <a:gd name="adj" fmla="val 50000"/>
                </a:avLst>
              </a:prstGeom>
              <a:solidFill>
                <a:srgbClr val="DCE13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DFCC3D1-FAE0-6C31-B5BE-780EA895712C}"/>
                  </a:ext>
                </a:extLst>
              </p:cNvPr>
              <p:cNvSpPr txBox="1"/>
              <p:nvPr/>
            </p:nvSpPr>
            <p:spPr>
              <a:xfrm>
                <a:off x="5151171" y="2328548"/>
                <a:ext cx="832043" cy="532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3340-15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51" name="Retângulo: Cantos Arredondados 50">
                <a:extLst>
                  <a:ext uri="{FF2B5EF4-FFF2-40B4-BE49-F238E27FC236}">
                    <a16:creationId xmlns:a16="http://schemas.microsoft.com/office/drawing/2014/main" id="{F255A03C-36E9-6C9C-9FC8-C99044FCA51B}"/>
                  </a:ext>
                </a:extLst>
              </p:cNvPr>
              <p:cNvSpPr/>
              <p:nvPr/>
            </p:nvSpPr>
            <p:spPr>
              <a:xfrm>
                <a:off x="7421584" y="2326852"/>
                <a:ext cx="896601" cy="266421"/>
              </a:xfrm>
              <a:prstGeom prst="roundRect">
                <a:avLst>
                  <a:gd name="adj" fmla="val 50000"/>
                </a:avLst>
              </a:prstGeom>
              <a:solidFill>
                <a:srgbClr val="FF33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3A963D3A-8B95-AAEF-A29D-E7998F87F2A8}"/>
                  </a:ext>
                </a:extLst>
              </p:cNvPr>
              <p:cNvSpPr/>
              <p:nvPr/>
            </p:nvSpPr>
            <p:spPr>
              <a:xfrm>
                <a:off x="7032200" y="2707896"/>
                <a:ext cx="1723271" cy="4274529"/>
              </a:xfrm>
              <a:prstGeom prst="rect">
                <a:avLst/>
              </a:prstGeom>
              <a:noFill/>
              <a:ln w="38100">
                <a:solidFill>
                  <a:srgbClr val="FF339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B8F4A81D-39BA-0E27-AF2D-A6D63C4DA151}"/>
                  </a:ext>
                </a:extLst>
              </p:cNvPr>
              <p:cNvSpPr txBox="1"/>
              <p:nvPr/>
            </p:nvSpPr>
            <p:spPr>
              <a:xfrm>
                <a:off x="7410499" y="2302953"/>
                <a:ext cx="918771" cy="31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3230-05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54" name="Retângulo 53">
                <a:extLst>
                  <a:ext uri="{FF2B5EF4-FFF2-40B4-BE49-F238E27FC236}">
                    <a16:creationId xmlns:a16="http://schemas.microsoft.com/office/drawing/2014/main" id="{1771BF36-FEEA-1763-0C04-F7C34C76EA84}"/>
                  </a:ext>
                </a:extLst>
              </p:cNvPr>
              <p:cNvSpPr/>
              <p:nvPr/>
            </p:nvSpPr>
            <p:spPr>
              <a:xfrm>
                <a:off x="6092906" y="2700996"/>
                <a:ext cx="819469" cy="4274529"/>
              </a:xfrm>
              <a:prstGeom prst="rect">
                <a:avLst/>
              </a:prstGeom>
              <a:noFill/>
              <a:ln w="38100">
                <a:solidFill>
                  <a:srgbClr val="9D217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56" name="Retângulo: Cantos Arredondados 55">
                <a:extLst>
                  <a:ext uri="{FF2B5EF4-FFF2-40B4-BE49-F238E27FC236}">
                    <a16:creationId xmlns:a16="http://schemas.microsoft.com/office/drawing/2014/main" id="{B889E1F2-0821-F2AF-8BB3-D2439BDB7A2E}"/>
                  </a:ext>
                </a:extLst>
              </p:cNvPr>
              <p:cNvSpPr/>
              <p:nvPr/>
            </p:nvSpPr>
            <p:spPr>
              <a:xfrm>
                <a:off x="6130650" y="2349562"/>
                <a:ext cx="831417" cy="246264"/>
              </a:xfrm>
              <a:prstGeom prst="roundRect">
                <a:avLst>
                  <a:gd name="adj" fmla="val 50000"/>
                </a:avLst>
              </a:prstGeom>
              <a:solidFill>
                <a:srgbClr val="9D21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DA852CDB-0D24-B920-634E-A42B56F3C83D}"/>
                  </a:ext>
                </a:extLst>
              </p:cNvPr>
              <p:cNvSpPr txBox="1"/>
              <p:nvPr/>
            </p:nvSpPr>
            <p:spPr>
              <a:xfrm>
                <a:off x="6000844" y="2336889"/>
                <a:ext cx="1091030" cy="31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3340-17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  <p:sp>
            <p:nvSpPr>
              <p:cNvPr id="67" name="Retângulo: Cantos Arredondados 66">
                <a:extLst>
                  <a:ext uri="{FF2B5EF4-FFF2-40B4-BE49-F238E27FC236}">
                    <a16:creationId xmlns:a16="http://schemas.microsoft.com/office/drawing/2014/main" id="{56271F93-A575-84ED-FB17-C221D49CB74F}"/>
                  </a:ext>
                </a:extLst>
              </p:cNvPr>
              <p:cNvSpPr/>
              <p:nvPr/>
            </p:nvSpPr>
            <p:spPr>
              <a:xfrm>
                <a:off x="2510387" y="2316138"/>
                <a:ext cx="1331004" cy="255385"/>
              </a:xfrm>
              <a:prstGeom prst="roundRect">
                <a:avLst>
                  <a:gd name="adj" fmla="val 50000"/>
                </a:avLst>
              </a:prstGeom>
              <a:solidFill>
                <a:srgbClr val="0074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B04F8F8E-E3EF-0F48-1F7C-043DBF9831D4}"/>
                  </a:ext>
                </a:extLst>
              </p:cNvPr>
              <p:cNvSpPr txBox="1"/>
              <p:nvPr/>
            </p:nvSpPr>
            <p:spPr>
              <a:xfrm>
                <a:off x="2510387" y="2302953"/>
                <a:ext cx="1331004" cy="312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ARMAZÉM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</p:grp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16EE0022-7DE2-A593-8B63-CC637A64A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256230" y="3454138"/>
              <a:ext cx="637565" cy="711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349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F1EC-C8E4-4BBE-897C-15F00736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3E18B2F0-D0B9-68CB-E866-07EC67EDE06E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2412D069-F092-3803-6522-856BF86A2D1B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5A7D190E-C5ED-AB64-D2DB-BC7D44AA72F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74B80FFF-AE68-BC3F-FA2D-65A398A282C1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912436-95CE-059C-E850-3B1B505072E7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8EE49011-67EA-69BE-B824-27F902BD6CCE}"/>
              </a:ext>
            </a:extLst>
          </p:cNvPr>
          <p:cNvSpPr txBox="1"/>
          <p:nvPr/>
        </p:nvSpPr>
        <p:spPr>
          <a:xfrm>
            <a:off x="633700" y="486281"/>
            <a:ext cx="359623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ENXOFRE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516BD897-21DC-9EEA-38A9-637ED630AFAC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A50AE15D-9BDF-43FB-C675-4D4B60C2C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3D39FB0-18DA-94FA-6714-28A0FDC23B46}"/>
              </a:ext>
            </a:extLst>
          </p:cNvPr>
          <p:cNvCxnSpPr>
            <a:cxnSpLocks/>
          </p:cNvCxnSpPr>
          <p:nvPr/>
        </p:nvCxnSpPr>
        <p:spPr>
          <a:xfrm flipV="1">
            <a:off x="4723845" y="2998513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tângulo 82">
            <a:extLst>
              <a:ext uri="{FF2B5EF4-FFF2-40B4-BE49-F238E27FC236}">
                <a16:creationId xmlns:a16="http://schemas.microsoft.com/office/drawing/2014/main" id="{252D58AE-F9D2-462F-EFF8-A1855A20C5AD}"/>
              </a:ext>
            </a:extLst>
          </p:cNvPr>
          <p:cNvSpPr/>
          <p:nvPr/>
        </p:nvSpPr>
        <p:spPr>
          <a:xfrm>
            <a:off x="2348696" y="5938689"/>
            <a:ext cx="293981" cy="1336582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98A1AF8F-1DC8-73FE-B564-2C9D9B2489BC}"/>
              </a:ext>
            </a:extLst>
          </p:cNvPr>
          <p:cNvSpPr/>
          <p:nvPr/>
        </p:nvSpPr>
        <p:spPr>
          <a:xfrm>
            <a:off x="3444035" y="5938689"/>
            <a:ext cx="293981" cy="1336582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505D5815-ABCB-ADE5-E828-77ECFB2E05F1}"/>
              </a:ext>
            </a:extLst>
          </p:cNvPr>
          <p:cNvSpPr/>
          <p:nvPr/>
        </p:nvSpPr>
        <p:spPr>
          <a:xfrm>
            <a:off x="1172999" y="5938689"/>
            <a:ext cx="293981" cy="1364033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C141F137-5E17-C935-55A1-0615B20B2EB6}"/>
              </a:ext>
            </a:extLst>
          </p:cNvPr>
          <p:cNvCxnSpPr>
            <a:cxnSpLocks/>
          </p:cNvCxnSpPr>
          <p:nvPr/>
        </p:nvCxnSpPr>
        <p:spPr>
          <a:xfrm flipV="1">
            <a:off x="1314910" y="4102367"/>
            <a:ext cx="34969" cy="136403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Imagem 86">
            <a:extLst>
              <a:ext uri="{FF2B5EF4-FFF2-40B4-BE49-F238E27FC236}">
                <a16:creationId xmlns:a16="http://schemas.microsoft.com/office/drawing/2014/main" id="{F9AF6458-7C92-654D-CD82-D2C26D265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829180" y="5279286"/>
            <a:ext cx="926905" cy="780259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34E21C34-CEE9-A459-A7FE-099B17416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2009657" y="5279286"/>
            <a:ext cx="926905" cy="780259"/>
          </a:xfrm>
          <a:prstGeom prst="rect">
            <a:avLst/>
          </a:prstGeom>
        </p:spPr>
      </p:pic>
      <p:pic>
        <p:nvPicPr>
          <p:cNvPr id="89" name="Imagem 88">
            <a:extLst>
              <a:ext uri="{FF2B5EF4-FFF2-40B4-BE49-F238E27FC236}">
                <a16:creationId xmlns:a16="http://schemas.microsoft.com/office/drawing/2014/main" id="{874238A0-A39C-3DD2-882A-F064178DD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3095305" y="5279286"/>
            <a:ext cx="926905" cy="780259"/>
          </a:xfrm>
          <a:prstGeom prst="rect">
            <a:avLst/>
          </a:prstGeom>
        </p:spPr>
      </p:pic>
      <p:grpSp>
        <p:nvGrpSpPr>
          <p:cNvPr id="90" name="Agrupar 89">
            <a:extLst>
              <a:ext uri="{FF2B5EF4-FFF2-40B4-BE49-F238E27FC236}">
                <a16:creationId xmlns:a16="http://schemas.microsoft.com/office/drawing/2014/main" id="{3B58BE84-6258-E921-D8D3-033A3BC634A7}"/>
              </a:ext>
            </a:extLst>
          </p:cNvPr>
          <p:cNvGrpSpPr/>
          <p:nvPr/>
        </p:nvGrpSpPr>
        <p:grpSpPr>
          <a:xfrm>
            <a:off x="953620" y="4674558"/>
            <a:ext cx="729880" cy="685323"/>
            <a:chOff x="342415" y="3557834"/>
            <a:chExt cx="1220448" cy="1202016"/>
          </a:xfrm>
        </p:grpSpPr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C8D05A66-AD2E-66EF-89C9-4A850283A9CF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92" name="Trapezoide 91">
              <a:extLst>
                <a:ext uri="{FF2B5EF4-FFF2-40B4-BE49-F238E27FC236}">
                  <a16:creationId xmlns:a16="http://schemas.microsoft.com/office/drawing/2014/main" id="{A5169815-6432-63F1-0325-5232CB34BCCA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93" name="Retângulo 92">
              <a:extLst>
                <a:ext uri="{FF2B5EF4-FFF2-40B4-BE49-F238E27FC236}">
                  <a16:creationId xmlns:a16="http://schemas.microsoft.com/office/drawing/2014/main" id="{D951A86D-C876-CE5D-6346-DC33A63825E0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A136452B-7C87-A36D-2024-186550282C1C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4CD217E9-EC44-0A22-4482-8DE80A1CDD85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91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9EBDD303-6964-883E-2217-A79C87C0A8C1}"/>
              </a:ext>
            </a:extLst>
          </p:cNvPr>
          <p:cNvCxnSpPr>
            <a:cxnSpLocks/>
            <a:stCxn id="99" idx="2"/>
          </p:cNvCxnSpPr>
          <p:nvPr/>
        </p:nvCxnSpPr>
        <p:spPr>
          <a:xfrm flipV="1">
            <a:off x="2492932" y="2975961"/>
            <a:ext cx="25268" cy="231982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F2708D32-EAFA-1305-F2E6-23976724CCB1}"/>
              </a:ext>
            </a:extLst>
          </p:cNvPr>
          <p:cNvGrpSpPr/>
          <p:nvPr/>
        </p:nvGrpSpPr>
        <p:grpSpPr>
          <a:xfrm>
            <a:off x="2127993" y="4674558"/>
            <a:ext cx="729880" cy="685323"/>
            <a:chOff x="342415" y="3557834"/>
            <a:chExt cx="1220448" cy="1202016"/>
          </a:xfrm>
        </p:grpSpPr>
        <p:sp>
          <p:nvSpPr>
            <p:cNvPr id="98" name="Retângulo 97">
              <a:extLst>
                <a:ext uri="{FF2B5EF4-FFF2-40B4-BE49-F238E27FC236}">
                  <a16:creationId xmlns:a16="http://schemas.microsoft.com/office/drawing/2014/main" id="{E67E5FA5-2105-19E7-4B05-F1D102201796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99" name="Trapezoide 98">
              <a:extLst>
                <a:ext uri="{FF2B5EF4-FFF2-40B4-BE49-F238E27FC236}">
                  <a16:creationId xmlns:a16="http://schemas.microsoft.com/office/drawing/2014/main" id="{021398E3-C270-BB83-676F-42AC483E7676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19ECB4E-61EF-ACE7-15C2-ACF19550607E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5E1AD4AB-FB51-1456-3879-92EE9B79A9D2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id="{A1D7F5E1-D01C-DE0E-893B-8AEBB0638F8E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94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B660D9F9-1E6D-86FF-FE88-CBFA476BE5F6}"/>
              </a:ext>
            </a:extLst>
          </p:cNvPr>
          <p:cNvCxnSpPr>
            <a:cxnSpLocks/>
          </p:cNvCxnSpPr>
          <p:nvPr/>
        </p:nvCxnSpPr>
        <p:spPr>
          <a:xfrm flipH="1" flipV="1">
            <a:off x="3651478" y="4102367"/>
            <a:ext cx="854" cy="125918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8F382990-0669-277C-AB7C-A17550468B6B}"/>
              </a:ext>
            </a:extLst>
          </p:cNvPr>
          <p:cNvGrpSpPr/>
          <p:nvPr/>
        </p:nvGrpSpPr>
        <p:grpSpPr>
          <a:xfrm>
            <a:off x="3226954" y="4674558"/>
            <a:ext cx="729880" cy="685323"/>
            <a:chOff x="342415" y="3557834"/>
            <a:chExt cx="1220448" cy="1202016"/>
          </a:xfrm>
        </p:grpSpPr>
        <p:sp>
          <p:nvSpPr>
            <p:cNvPr id="105" name="Retângulo 104">
              <a:extLst>
                <a:ext uri="{FF2B5EF4-FFF2-40B4-BE49-F238E27FC236}">
                  <a16:creationId xmlns:a16="http://schemas.microsoft.com/office/drawing/2014/main" id="{CBD1D47E-59DB-A582-4D92-760F06A5F895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06" name="Trapezoide 105">
              <a:extLst>
                <a:ext uri="{FF2B5EF4-FFF2-40B4-BE49-F238E27FC236}">
                  <a16:creationId xmlns:a16="http://schemas.microsoft.com/office/drawing/2014/main" id="{7FAB452F-FDA8-E92E-B182-89FAC5ADE183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B4A4A110-3679-DF15-0DAC-A545B490109D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F62FC263-E452-F6C2-E3B4-3A547031C976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AFC88FA0-0D64-F974-A785-9700B3F74BF9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95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699A718B-C160-740D-1E5B-F6F8B1DAFF1C}"/>
              </a:ext>
            </a:extLst>
          </p:cNvPr>
          <p:cNvCxnSpPr>
            <a:cxnSpLocks/>
          </p:cNvCxnSpPr>
          <p:nvPr/>
        </p:nvCxnSpPr>
        <p:spPr>
          <a:xfrm flipV="1">
            <a:off x="1337614" y="2975961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6F97EFEC-4F14-D0BB-E666-E6661B3E4DC2}"/>
              </a:ext>
            </a:extLst>
          </p:cNvPr>
          <p:cNvCxnSpPr>
            <a:cxnSpLocks/>
          </p:cNvCxnSpPr>
          <p:nvPr/>
        </p:nvCxnSpPr>
        <p:spPr>
          <a:xfrm flipV="1">
            <a:off x="3627389" y="2992728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Imagem 111">
            <a:extLst>
              <a:ext uri="{FF2B5EF4-FFF2-40B4-BE49-F238E27FC236}">
                <a16:creationId xmlns:a16="http://schemas.microsoft.com/office/drawing/2014/main" id="{322D38B1-FA3F-2218-6413-3E5239C71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970489" y="3437311"/>
            <a:ext cx="744500" cy="792659"/>
          </a:xfrm>
          <a:prstGeom prst="rect">
            <a:avLst/>
          </a:prstGeom>
        </p:spPr>
      </p:pic>
      <p:sp>
        <p:nvSpPr>
          <p:cNvPr id="113" name="Elipse 112">
            <a:extLst>
              <a:ext uri="{FF2B5EF4-FFF2-40B4-BE49-F238E27FC236}">
                <a16:creationId xmlns:a16="http://schemas.microsoft.com/office/drawing/2014/main" id="{10E3A74D-6734-A79A-EA22-54C9764039A5}"/>
              </a:ext>
            </a:extLst>
          </p:cNvPr>
          <p:cNvSpPr/>
          <p:nvPr/>
        </p:nvSpPr>
        <p:spPr>
          <a:xfrm>
            <a:off x="1224043" y="4290505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14" name="Imagem 113">
            <a:extLst>
              <a:ext uri="{FF2B5EF4-FFF2-40B4-BE49-F238E27FC236}">
                <a16:creationId xmlns:a16="http://schemas.microsoft.com/office/drawing/2014/main" id="{44A2F79C-0745-61FA-3EA9-F28AB97B3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2144862" y="3437311"/>
            <a:ext cx="744500" cy="792659"/>
          </a:xfrm>
          <a:prstGeom prst="rect">
            <a:avLst/>
          </a:prstGeom>
        </p:spPr>
      </p:pic>
      <p:sp>
        <p:nvSpPr>
          <p:cNvPr id="115" name="Elipse 114">
            <a:extLst>
              <a:ext uri="{FF2B5EF4-FFF2-40B4-BE49-F238E27FC236}">
                <a16:creationId xmlns:a16="http://schemas.microsoft.com/office/drawing/2014/main" id="{1EA2D551-52A8-C483-E5F5-B883A2978422}"/>
              </a:ext>
            </a:extLst>
          </p:cNvPr>
          <p:cNvSpPr/>
          <p:nvPr/>
        </p:nvSpPr>
        <p:spPr>
          <a:xfrm>
            <a:off x="2394582" y="4290505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16" name="Imagem 115">
            <a:extLst>
              <a:ext uri="{FF2B5EF4-FFF2-40B4-BE49-F238E27FC236}">
                <a16:creationId xmlns:a16="http://schemas.microsoft.com/office/drawing/2014/main" id="{9B5BE2B2-3457-C2EC-46F9-90A7A1C89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3272087" y="3437311"/>
            <a:ext cx="744500" cy="792659"/>
          </a:xfrm>
          <a:prstGeom prst="rect">
            <a:avLst/>
          </a:prstGeom>
        </p:spPr>
      </p:pic>
      <p:sp>
        <p:nvSpPr>
          <p:cNvPr id="117" name="Elipse 116">
            <a:extLst>
              <a:ext uri="{FF2B5EF4-FFF2-40B4-BE49-F238E27FC236}">
                <a16:creationId xmlns:a16="http://schemas.microsoft.com/office/drawing/2014/main" id="{A64FCFAB-9773-AD64-7F1A-4BDA6B973054}"/>
              </a:ext>
            </a:extLst>
          </p:cNvPr>
          <p:cNvSpPr/>
          <p:nvPr/>
        </p:nvSpPr>
        <p:spPr>
          <a:xfrm>
            <a:off x="3546085" y="4290505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18" name="Elipse 117">
            <a:extLst>
              <a:ext uri="{FF2B5EF4-FFF2-40B4-BE49-F238E27FC236}">
                <a16:creationId xmlns:a16="http://schemas.microsoft.com/office/drawing/2014/main" id="{5C33A8F2-FFED-C3DE-4C49-97B6FF76F078}"/>
              </a:ext>
            </a:extLst>
          </p:cNvPr>
          <p:cNvSpPr/>
          <p:nvPr/>
        </p:nvSpPr>
        <p:spPr>
          <a:xfrm>
            <a:off x="1229340" y="3168539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CF3FA46C-B096-6B2A-24D1-3D2CA4CB9D82}"/>
              </a:ext>
            </a:extLst>
          </p:cNvPr>
          <p:cNvSpPr/>
          <p:nvPr/>
        </p:nvSpPr>
        <p:spPr>
          <a:xfrm>
            <a:off x="2401436" y="3153641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4843876F-2F6D-408F-3132-BAC60CC9BA93}"/>
              </a:ext>
            </a:extLst>
          </p:cNvPr>
          <p:cNvSpPr/>
          <p:nvPr/>
        </p:nvSpPr>
        <p:spPr>
          <a:xfrm>
            <a:off x="3516429" y="3161141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F1D15C6-3678-B649-D079-64FF40F9C2EF}"/>
              </a:ext>
            </a:extLst>
          </p:cNvPr>
          <p:cNvCxnSpPr>
            <a:cxnSpLocks/>
          </p:cNvCxnSpPr>
          <p:nvPr/>
        </p:nvCxnSpPr>
        <p:spPr>
          <a:xfrm flipH="1" flipV="1">
            <a:off x="1327622" y="2989322"/>
            <a:ext cx="7678125" cy="395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57B4B14F-77F0-8991-D3A3-2F8E5B582FE6}"/>
              </a:ext>
            </a:extLst>
          </p:cNvPr>
          <p:cNvSpPr/>
          <p:nvPr/>
        </p:nvSpPr>
        <p:spPr>
          <a:xfrm>
            <a:off x="5628854" y="5944905"/>
            <a:ext cx="293981" cy="1330366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F6E6A4E8-116A-C1D2-2892-2E2116E71C50}"/>
              </a:ext>
            </a:extLst>
          </p:cNvPr>
          <p:cNvSpPr/>
          <p:nvPr/>
        </p:nvSpPr>
        <p:spPr>
          <a:xfrm>
            <a:off x="6724091" y="5961471"/>
            <a:ext cx="293981" cy="1330366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B1913479-5056-D61F-6FA5-852573689AC2}"/>
              </a:ext>
            </a:extLst>
          </p:cNvPr>
          <p:cNvSpPr/>
          <p:nvPr/>
        </p:nvSpPr>
        <p:spPr>
          <a:xfrm>
            <a:off x="4585057" y="5944905"/>
            <a:ext cx="293981" cy="1330366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C88780BA-EC17-B6B8-9D3D-5371D1B0152F}"/>
              </a:ext>
            </a:extLst>
          </p:cNvPr>
          <p:cNvCxnSpPr>
            <a:cxnSpLocks/>
          </p:cNvCxnSpPr>
          <p:nvPr/>
        </p:nvCxnSpPr>
        <p:spPr>
          <a:xfrm flipV="1">
            <a:off x="4698704" y="4108582"/>
            <a:ext cx="34969" cy="136403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" name="Imagem 125">
            <a:extLst>
              <a:ext uri="{FF2B5EF4-FFF2-40B4-BE49-F238E27FC236}">
                <a16:creationId xmlns:a16="http://schemas.microsoft.com/office/drawing/2014/main" id="{CF7D700A-4A51-6057-9912-5F7F114C5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4231817" y="5285501"/>
            <a:ext cx="926905" cy="780259"/>
          </a:xfrm>
          <a:prstGeom prst="rect">
            <a:avLst/>
          </a:prstGeom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6B54BC95-E12A-4E93-FE7B-FEE4AEF80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5289813" y="5285501"/>
            <a:ext cx="926905" cy="780259"/>
          </a:xfrm>
          <a:prstGeom prst="rect">
            <a:avLst/>
          </a:prstGeom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873EE0DA-5CF7-A8D2-ED17-2319B3C2B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6375361" y="5302068"/>
            <a:ext cx="926905" cy="780259"/>
          </a:xfrm>
          <a:prstGeom prst="rect">
            <a:avLst/>
          </a:prstGeom>
        </p:spPr>
      </p:pic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81BBE438-56C5-009E-DB0B-F2E239D4EFDE}"/>
              </a:ext>
            </a:extLst>
          </p:cNvPr>
          <p:cNvGrpSpPr/>
          <p:nvPr/>
        </p:nvGrpSpPr>
        <p:grpSpPr>
          <a:xfrm>
            <a:off x="4356257" y="4680774"/>
            <a:ext cx="729880" cy="685323"/>
            <a:chOff x="342415" y="3557834"/>
            <a:chExt cx="1220448" cy="1202016"/>
          </a:xfrm>
        </p:grpSpPr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id="{B1A82F98-CF09-1AB9-3DE1-CC5CB869542D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31" name="Trapezoide 130">
              <a:extLst>
                <a:ext uri="{FF2B5EF4-FFF2-40B4-BE49-F238E27FC236}">
                  <a16:creationId xmlns:a16="http://schemas.microsoft.com/office/drawing/2014/main" id="{75D43E93-F116-5862-3F89-EFE4E55378B4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32" name="Retângulo 131">
              <a:extLst>
                <a:ext uri="{FF2B5EF4-FFF2-40B4-BE49-F238E27FC236}">
                  <a16:creationId xmlns:a16="http://schemas.microsoft.com/office/drawing/2014/main" id="{7CCD9BCD-5D32-3532-C806-17FB8C002A8E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C92B9B67-140E-DAF1-1371-8A2D5E924C15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BDDC98EC-77B6-9291-9591-A8C65ACC2F7A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92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455A5087-CE25-E045-BDBA-C0DE1A36ADA4}"/>
              </a:ext>
            </a:extLst>
          </p:cNvPr>
          <p:cNvCxnSpPr>
            <a:cxnSpLocks/>
            <a:stCxn id="138" idx="2"/>
          </p:cNvCxnSpPr>
          <p:nvPr/>
        </p:nvCxnSpPr>
        <p:spPr>
          <a:xfrm flipV="1">
            <a:off x="5773091" y="2992728"/>
            <a:ext cx="15046" cy="23092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90D6C6E9-F4D0-EB83-0170-20D56BD0872B}"/>
              </a:ext>
            </a:extLst>
          </p:cNvPr>
          <p:cNvGrpSpPr/>
          <p:nvPr/>
        </p:nvGrpSpPr>
        <p:grpSpPr>
          <a:xfrm>
            <a:off x="5408150" y="4680774"/>
            <a:ext cx="729880" cy="685323"/>
            <a:chOff x="342415" y="3557834"/>
            <a:chExt cx="1220448" cy="1202016"/>
          </a:xfrm>
        </p:grpSpPr>
        <p:sp>
          <p:nvSpPr>
            <p:cNvPr id="137" name="Retângulo 136">
              <a:extLst>
                <a:ext uri="{FF2B5EF4-FFF2-40B4-BE49-F238E27FC236}">
                  <a16:creationId xmlns:a16="http://schemas.microsoft.com/office/drawing/2014/main" id="{DE4B5D12-765A-694B-A26F-267E8ABA495C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38" name="Trapezoide 137">
              <a:extLst>
                <a:ext uri="{FF2B5EF4-FFF2-40B4-BE49-F238E27FC236}">
                  <a16:creationId xmlns:a16="http://schemas.microsoft.com/office/drawing/2014/main" id="{A9133FF9-C7E3-EA49-81F7-120CC8671CD4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39" name="Retângulo 138">
              <a:extLst>
                <a:ext uri="{FF2B5EF4-FFF2-40B4-BE49-F238E27FC236}">
                  <a16:creationId xmlns:a16="http://schemas.microsoft.com/office/drawing/2014/main" id="{B9F6D74C-BA7A-DA02-8060-E87E81107DA6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0DE575A8-2A2C-4315-9135-AB7A07C5862F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7E86B9CF-CCC3-952B-CF34-C8C914FFA6FA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93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142" name="Conector reto 141">
            <a:extLst>
              <a:ext uri="{FF2B5EF4-FFF2-40B4-BE49-F238E27FC236}">
                <a16:creationId xmlns:a16="http://schemas.microsoft.com/office/drawing/2014/main" id="{0D06DF11-9FDC-F1C6-0787-80FB75EF49A6}"/>
              </a:ext>
            </a:extLst>
          </p:cNvPr>
          <p:cNvCxnSpPr>
            <a:cxnSpLocks/>
          </p:cNvCxnSpPr>
          <p:nvPr/>
        </p:nvCxnSpPr>
        <p:spPr>
          <a:xfrm flipH="1" flipV="1">
            <a:off x="6931532" y="4125150"/>
            <a:ext cx="854" cy="125918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A879EA39-C0E6-36A6-B57B-8DBEB6BA0A7F}"/>
              </a:ext>
            </a:extLst>
          </p:cNvPr>
          <p:cNvGrpSpPr/>
          <p:nvPr/>
        </p:nvGrpSpPr>
        <p:grpSpPr>
          <a:xfrm>
            <a:off x="6535273" y="4697340"/>
            <a:ext cx="729880" cy="685323"/>
            <a:chOff x="342415" y="3557834"/>
            <a:chExt cx="1220448" cy="1202016"/>
          </a:xfrm>
        </p:grpSpPr>
        <p:sp>
          <p:nvSpPr>
            <p:cNvPr id="144" name="Retângulo 143">
              <a:extLst>
                <a:ext uri="{FF2B5EF4-FFF2-40B4-BE49-F238E27FC236}">
                  <a16:creationId xmlns:a16="http://schemas.microsoft.com/office/drawing/2014/main" id="{92C6686B-E764-1AB5-F697-E4864451FB00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45" name="Trapezoide 144">
              <a:extLst>
                <a:ext uri="{FF2B5EF4-FFF2-40B4-BE49-F238E27FC236}">
                  <a16:creationId xmlns:a16="http://schemas.microsoft.com/office/drawing/2014/main" id="{C7715D5A-616A-92C7-42BE-B67561B912BA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2AC3027D-B771-F742-F452-111BBD99C0BF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0989C84A-51F0-3993-8E59-E8DF6D60E444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4E6ACB23-057D-4060-800B-3D065DFDB0A1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96</a:t>
              </a:r>
            </a:p>
          </p:txBody>
        </p:sp>
      </p:grp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4256244C-A884-A35A-607D-A672F5A3B022}"/>
              </a:ext>
            </a:extLst>
          </p:cNvPr>
          <p:cNvCxnSpPr>
            <a:cxnSpLocks/>
          </p:cNvCxnSpPr>
          <p:nvPr/>
        </p:nvCxnSpPr>
        <p:spPr>
          <a:xfrm flipV="1">
            <a:off x="6907443" y="3015511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Imagem 150">
            <a:extLst>
              <a:ext uri="{FF2B5EF4-FFF2-40B4-BE49-F238E27FC236}">
                <a16:creationId xmlns:a16="http://schemas.microsoft.com/office/drawing/2014/main" id="{DB78F86E-73C2-7889-52A4-006151FAB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4354281" y="3443526"/>
            <a:ext cx="744500" cy="792659"/>
          </a:xfrm>
          <a:prstGeom prst="rect">
            <a:avLst/>
          </a:prstGeom>
        </p:spPr>
      </p:pic>
      <p:sp>
        <p:nvSpPr>
          <p:cNvPr id="152" name="Elipse 151">
            <a:extLst>
              <a:ext uri="{FF2B5EF4-FFF2-40B4-BE49-F238E27FC236}">
                <a16:creationId xmlns:a16="http://schemas.microsoft.com/office/drawing/2014/main" id="{3E174DC2-2816-0F85-1319-1055A0ED5C17}"/>
              </a:ext>
            </a:extLst>
          </p:cNvPr>
          <p:cNvSpPr/>
          <p:nvPr/>
        </p:nvSpPr>
        <p:spPr>
          <a:xfrm>
            <a:off x="4612876" y="4296721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3" name="Imagem 152">
            <a:extLst>
              <a:ext uri="{FF2B5EF4-FFF2-40B4-BE49-F238E27FC236}">
                <a16:creationId xmlns:a16="http://schemas.microsoft.com/office/drawing/2014/main" id="{059F6640-61D7-1F66-1ED4-6467596A7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5425018" y="3443526"/>
            <a:ext cx="744500" cy="792659"/>
          </a:xfrm>
          <a:prstGeom prst="rect">
            <a:avLst/>
          </a:prstGeom>
        </p:spPr>
      </p:pic>
      <p:sp>
        <p:nvSpPr>
          <p:cNvPr id="154" name="Elipse 153">
            <a:extLst>
              <a:ext uri="{FF2B5EF4-FFF2-40B4-BE49-F238E27FC236}">
                <a16:creationId xmlns:a16="http://schemas.microsoft.com/office/drawing/2014/main" id="{C0864DFA-DF20-0C18-97B0-7EA56D5E1273}"/>
              </a:ext>
            </a:extLst>
          </p:cNvPr>
          <p:cNvSpPr/>
          <p:nvPr/>
        </p:nvSpPr>
        <p:spPr>
          <a:xfrm>
            <a:off x="5665317" y="4296721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5" name="Imagem 154">
            <a:extLst>
              <a:ext uri="{FF2B5EF4-FFF2-40B4-BE49-F238E27FC236}">
                <a16:creationId xmlns:a16="http://schemas.microsoft.com/office/drawing/2014/main" id="{615B0A84-D969-CD57-3C8E-1B4E57AD5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6552140" y="3460093"/>
            <a:ext cx="744500" cy="792659"/>
          </a:xfrm>
          <a:prstGeom prst="rect">
            <a:avLst/>
          </a:prstGeom>
        </p:spPr>
      </p:pic>
      <p:sp>
        <p:nvSpPr>
          <p:cNvPr id="156" name="Elipse 155">
            <a:extLst>
              <a:ext uri="{FF2B5EF4-FFF2-40B4-BE49-F238E27FC236}">
                <a16:creationId xmlns:a16="http://schemas.microsoft.com/office/drawing/2014/main" id="{A18719F8-3064-CF94-1E72-9F40874C36D5}"/>
              </a:ext>
            </a:extLst>
          </p:cNvPr>
          <p:cNvSpPr/>
          <p:nvPr/>
        </p:nvSpPr>
        <p:spPr>
          <a:xfrm>
            <a:off x="6816718" y="4313288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7" name="Elipse 156">
            <a:extLst>
              <a:ext uri="{FF2B5EF4-FFF2-40B4-BE49-F238E27FC236}">
                <a16:creationId xmlns:a16="http://schemas.microsoft.com/office/drawing/2014/main" id="{D9C61B26-C0FE-13CB-0E23-B33E227B26C0}"/>
              </a:ext>
            </a:extLst>
          </p:cNvPr>
          <p:cNvSpPr/>
          <p:nvPr/>
        </p:nvSpPr>
        <p:spPr>
          <a:xfrm>
            <a:off x="4613134" y="3174755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8" name="Elipse 157">
            <a:extLst>
              <a:ext uri="{FF2B5EF4-FFF2-40B4-BE49-F238E27FC236}">
                <a16:creationId xmlns:a16="http://schemas.microsoft.com/office/drawing/2014/main" id="{6CF720E0-A468-7459-FBAC-11578F6BD3F6}"/>
              </a:ext>
            </a:extLst>
          </p:cNvPr>
          <p:cNvSpPr/>
          <p:nvPr/>
        </p:nvSpPr>
        <p:spPr>
          <a:xfrm>
            <a:off x="5672170" y="3159857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4C60EDB2-FDCB-7E1D-4833-9C34A3E4DC15}"/>
              </a:ext>
            </a:extLst>
          </p:cNvPr>
          <p:cNvSpPr/>
          <p:nvPr/>
        </p:nvSpPr>
        <p:spPr>
          <a:xfrm>
            <a:off x="6796484" y="3183923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84" name="Retângulo 183">
            <a:extLst>
              <a:ext uri="{FF2B5EF4-FFF2-40B4-BE49-F238E27FC236}">
                <a16:creationId xmlns:a16="http://schemas.microsoft.com/office/drawing/2014/main" id="{F5774DA6-2CAA-59C3-0BC6-8F429E35676D}"/>
              </a:ext>
            </a:extLst>
          </p:cNvPr>
          <p:cNvSpPr/>
          <p:nvPr/>
        </p:nvSpPr>
        <p:spPr>
          <a:xfrm>
            <a:off x="7837290" y="5961471"/>
            <a:ext cx="293981" cy="1330366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85" name="Imagem 184">
            <a:extLst>
              <a:ext uri="{FF2B5EF4-FFF2-40B4-BE49-F238E27FC236}">
                <a16:creationId xmlns:a16="http://schemas.microsoft.com/office/drawing/2014/main" id="{D3ACEA77-D5F4-F905-3852-762CA8EBF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7488560" y="5302068"/>
            <a:ext cx="926905" cy="780259"/>
          </a:xfrm>
          <a:prstGeom prst="rect">
            <a:avLst/>
          </a:prstGeom>
        </p:spPr>
      </p:pic>
      <p:cxnSp>
        <p:nvCxnSpPr>
          <p:cNvPr id="186" name="Conector reto 185">
            <a:extLst>
              <a:ext uri="{FF2B5EF4-FFF2-40B4-BE49-F238E27FC236}">
                <a16:creationId xmlns:a16="http://schemas.microsoft.com/office/drawing/2014/main" id="{9B6B2160-009A-AE53-1CE2-596422C94164}"/>
              </a:ext>
            </a:extLst>
          </p:cNvPr>
          <p:cNvCxnSpPr>
            <a:cxnSpLocks/>
          </p:cNvCxnSpPr>
          <p:nvPr/>
        </p:nvCxnSpPr>
        <p:spPr>
          <a:xfrm flipH="1" flipV="1">
            <a:off x="8025889" y="4125150"/>
            <a:ext cx="854" cy="125918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5C279525-B371-E455-2E58-6F18DE7B32E0}"/>
              </a:ext>
            </a:extLst>
          </p:cNvPr>
          <p:cNvGrpSpPr/>
          <p:nvPr/>
        </p:nvGrpSpPr>
        <p:grpSpPr>
          <a:xfrm>
            <a:off x="7648472" y="4697340"/>
            <a:ext cx="729880" cy="685323"/>
            <a:chOff x="342415" y="3557834"/>
            <a:chExt cx="1220448" cy="1202016"/>
          </a:xfrm>
        </p:grpSpPr>
        <p:sp>
          <p:nvSpPr>
            <p:cNvPr id="188" name="Retângulo 187">
              <a:extLst>
                <a:ext uri="{FF2B5EF4-FFF2-40B4-BE49-F238E27FC236}">
                  <a16:creationId xmlns:a16="http://schemas.microsoft.com/office/drawing/2014/main" id="{A332C042-5E5F-C057-2444-B11FDC6EBA71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89" name="Trapezoide 188">
              <a:extLst>
                <a:ext uri="{FF2B5EF4-FFF2-40B4-BE49-F238E27FC236}">
                  <a16:creationId xmlns:a16="http://schemas.microsoft.com/office/drawing/2014/main" id="{38DE482E-BB3A-A93F-88C5-31E40547CB34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90" name="Retângulo 189">
              <a:extLst>
                <a:ext uri="{FF2B5EF4-FFF2-40B4-BE49-F238E27FC236}">
                  <a16:creationId xmlns:a16="http://schemas.microsoft.com/office/drawing/2014/main" id="{73809753-84D5-2C6C-9287-5706487C42A9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id="{854A3E1B-94C3-1E2E-1F69-45C4D6488307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E7B28ACA-CEA0-39A9-2FA6-2709E2FEC823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97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562E279A-B733-25D1-737F-EAA5EE87CDBF}"/>
              </a:ext>
            </a:extLst>
          </p:cNvPr>
          <p:cNvCxnSpPr>
            <a:cxnSpLocks/>
          </p:cNvCxnSpPr>
          <p:nvPr/>
        </p:nvCxnSpPr>
        <p:spPr>
          <a:xfrm flipV="1">
            <a:off x="8020642" y="3015511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4" name="Imagem 193">
            <a:extLst>
              <a:ext uri="{FF2B5EF4-FFF2-40B4-BE49-F238E27FC236}">
                <a16:creationId xmlns:a16="http://schemas.microsoft.com/office/drawing/2014/main" id="{ED651FEC-8816-150B-AE25-24B57B04B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7655919" y="3460093"/>
            <a:ext cx="744500" cy="792659"/>
          </a:xfrm>
          <a:prstGeom prst="rect">
            <a:avLst/>
          </a:prstGeom>
        </p:spPr>
      </p:pic>
      <p:sp>
        <p:nvSpPr>
          <p:cNvPr id="195" name="Elipse 194">
            <a:extLst>
              <a:ext uri="{FF2B5EF4-FFF2-40B4-BE49-F238E27FC236}">
                <a16:creationId xmlns:a16="http://schemas.microsoft.com/office/drawing/2014/main" id="{CB106E1F-FF52-31C2-AFE4-AC83B867C263}"/>
              </a:ext>
            </a:extLst>
          </p:cNvPr>
          <p:cNvSpPr/>
          <p:nvPr/>
        </p:nvSpPr>
        <p:spPr>
          <a:xfrm>
            <a:off x="7911073" y="4313288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96" name="Elipse 195">
            <a:extLst>
              <a:ext uri="{FF2B5EF4-FFF2-40B4-BE49-F238E27FC236}">
                <a16:creationId xmlns:a16="http://schemas.microsoft.com/office/drawing/2014/main" id="{69B64776-CD1D-5128-3686-AAF7B971683F}"/>
              </a:ext>
            </a:extLst>
          </p:cNvPr>
          <p:cNvSpPr/>
          <p:nvPr/>
        </p:nvSpPr>
        <p:spPr>
          <a:xfrm>
            <a:off x="7909684" y="3183923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6C5DE93-D094-9460-1F76-D3E13C4D5613}"/>
              </a:ext>
            </a:extLst>
          </p:cNvPr>
          <p:cNvSpPr/>
          <p:nvPr/>
        </p:nvSpPr>
        <p:spPr>
          <a:xfrm>
            <a:off x="8816721" y="5963485"/>
            <a:ext cx="293981" cy="1328353"/>
          </a:xfrm>
          <a:prstGeom prst="rect">
            <a:avLst/>
          </a:prstGeom>
          <a:solidFill>
            <a:srgbClr val="E92B2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DA627D9-4412-E158-0F2D-B9AECEF5C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13744" r="20463" b="17200"/>
          <a:stretch>
            <a:fillRect/>
          </a:stretch>
        </p:blipFill>
        <p:spPr>
          <a:xfrm>
            <a:off x="8467991" y="5304082"/>
            <a:ext cx="926905" cy="780259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9887598-083E-5FA9-9E13-8EEA24AF4CE8}"/>
              </a:ext>
            </a:extLst>
          </p:cNvPr>
          <p:cNvCxnSpPr>
            <a:cxnSpLocks/>
          </p:cNvCxnSpPr>
          <p:nvPr/>
        </p:nvCxnSpPr>
        <p:spPr>
          <a:xfrm flipH="1" flipV="1">
            <a:off x="9005320" y="4127163"/>
            <a:ext cx="854" cy="125918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F194AF8-FBD1-24B1-9504-47B4AEFF540E}"/>
              </a:ext>
            </a:extLst>
          </p:cNvPr>
          <p:cNvGrpSpPr/>
          <p:nvPr/>
        </p:nvGrpSpPr>
        <p:grpSpPr>
          <a:xfrm>
            <a:off x="8627905" y="4699354"/>
            <a:ext cx="729880" cy="685323"/>
            <a:chOff x="342415" y="3557834"/>
            <a:chExt cx="1220448" cy="1202016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5301C836-8CC9-8F15-B9C2-937BD83426A5}"/>
                </a:ext>
              </a:extLst>
            </p:cNvPr>
            <p:cNvSpPr/>
            <p:nvPr/>
          </p:nvSpPr>
          <p:spPr>
            <a:xfrm>
              <a:off x="488443" y="3557834"/>
              <a:ext cx="928395" cy="108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19" name="Trapezoide 18">
              <a:extLst>
                <a:ext uri="{FF2B5EF4-FFF2-40B4-BE49-F238E27FC236}">
                  <a16:creationId xmlns:a16="http://schemas.microsoft.com/office/drawing/2014/main" id="{B9B321FF-BC15-66F0-40AB-94C7B2EB3534}"/>
                </a:ext>
              </a:extLst>
            </p:cNvPr>
            <p:cNvSpPr/>
            <p:nvPr/>
          </p:nvSpPr>
          <p:spPr>
            <a:xfrm rot="10800000">
              <a:off x="488443" y="4647433"/>
              <a:ext cx="928394" cy="112417"/>
            </a:xfrm>
            <a:prstGeom prst="trapezoid">
              <a:avLst/>
            </a:prstGeom>
            <a:solidFill>
              <a:srgbClr val="E2E2E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F1B67DA9-0B97-1005-99E1-26566558C98B}"/>
                </a:ext>
              </a:extLst>
            </p:cNvPr>
            <p:cNvSpPr/>
            <p:nvPr/>
          </p:nvSpPr>
          <p:spPr>
            <a:xfrm>
              <a:off x="488443" y="3565328"/>
              <a:ext cx="928394" cy="355727"/>
            </a:xfrm>
            <a:prstGeom prst="rect">
              <a:avLst/>
            </a:prstGeom>
            <a:solidFill>
              <a:srgbClr val="FDFBA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8E51BF58-19A6-ACB9-3577-BE0A8B9336EE}"/>
                </a:ext>
              </a:extLst>
            </p:cNvPr>
            <p:cNvSpPr txBox="1"/>
            <p:nvPr/>
          </p:nvSpPr>
          <p:spPr>
            <a:xfrm>
              <a:off x="342415" y="3590438"/>
              <a:ext cx="1220448" cy="377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dirty="0">
                  <a:latin typeface="Manrope ExtraBold" pitchFamily="2" charset="0"/>
                </a:rPr>
                <a:t>ATENÇÃO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0847D33-431C-550C-652B-68B13A23ED0C}"/>
                </a:ext>
              </a:extLst>
            </p:cNvPr>
            <p:cNvSpPr txBox="1"/>
            <p:nvPr/>
          </p:nvSpPr>
          <p:spPr>
            <a:xfrm>
              <a:off x="537456" y="4149233"/>
              <a:ext cx="855322" cy="404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dirty="0">
                  <a:latin typeface="Manrope ExtraBold" pitchFamily="2" charset="0"/>
                </a:rPr>
                <a:t>N° 98</a:t>
              </a:r>
              <a:endParaRPr lang="pt-BR" sz="1050" dirty="0">
                <a:latin typeface="Manrope ExtraBold" pitchFamily="2" charset="0"/>
              </a:endParaRPr>
            </a:p>
          </p:txBody>
        </p:sp>
      </p:grp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5922AFC7-C4C6-323C-1E75-C19C828D8CF5}"/>
              </a:ext>
            </a:extLst>
          </p:cNvPr>
          <p:cNvCxnSpPr>
            <a:cxnSpLocks/>
          </p:cNvCxnSpPr>
          <p:nvPr/>
        </p:nvCxnSpPr>
        <p:spPr>
          <a:xfrm flipV="1">
            <a:off x="9000075" y="3017523"/>
            <a:ext cx="5124" cy="971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695FABE8-0FD6-9A63-F15D-625E972C4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2" t="10351" r="25853" b="13860"/>
          <a:stretch>
            <a:fillRect/>
          </a:stretch>
        </p:blipFill>
        <p:spPr>
          <a:xfrm>
            <a:off x="8635350" y="3462107"/>
            <a:ext cx="744500" cy="792659"/>
          </a:xfrm>
          <a:prstGeom prst="rect">
            <a:avLst/>
          </a:prstGeom>
        </p:spPr>
      </p:pic>
      <p:sp>
        <p:nvSpPr>
          <p:cNvPr id="25" name="Elipse 24">
            <a:extLst>
              <a:ext uri="{FF2B5EF4-FFF2-40B4-BE49-F238E27FC236}">
                <a16:creationId xmlns:a16="http://schemas.microsoft.com/office/drawing/2014/main" id="{A5D8C36D-B53A-9B92-C810-93E223178846}"/>
              </a:ext>
            </a:extLst>
          </p:cNvPr>
          <p:cNvSpPr/>
          <p:nvPr/>
        </p:nvSpPr>
        <p:spPr>
          <a:xfrm>
            <a:off x="8890506" y="4315301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E0D9C77-3520-B654-56CF-7E241B4E2585}"/>
              </a:ext>
            </a:extLst>
          </p:cNvPr>
          <p:cNvSpPr/>
          <p:nvPr/>
        </p:nvSpPr>
        <p:spPr>
          <a:xfrm>
            <a:off x="8889115" y="3185936"/>
            <a:ext cx="226794" cy="22160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2A0F6187-F592-8EC4-CE35-91D5CE0E1B6C}"/>
              </a:ext>
            </a:extLst>
          </p:cNvPr>
          <p:cNvSpPr/>
          <p:nvPr/>
        </p:nvSpPr>
        <p:spPr>
          <a:xfrm>
            <a:off x="880462" y="2605038"/>
            <a:ext cx="3233800" cy="4758930"/>
          </a:xfrm>
          <a:prstGeom prst="rect">
            <a:avLst/>
          </a:prstGeom>
          <a:noFill/>
          <a:ln w="38100">
            <a:solidFill>
              <a:srgbClr val="0074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4056427B-B262-901C-66AC-7CA480628E98}"/>
              </a:ext>
            </a:extLst>
          </p:cNvPr>
          <p:cNvSpPr/>
          <p:nvPr/>
        </p:nvSpPr>
        <p:spPr>
          <a:xfrm>
            <a:off x="4173644" y="2605036"/>
            <a:ext cx="3262388" cy="4758930"/>
          </a:xfrm>
          <a:prstGeom prst="rect">
            <a:avLst/>
          </a:prstGeom>
          <a:noFill/>
          <a:ln w="38100">
            <a:solidFill>
              <a:srgbClr val="DCE13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B16E65A-FA09-97AC-4A16-BC064825FAC4}"/>
              </a:ext>
            </a:extLst>
          </p:cNvPr>
          <p:cNvSpPr/>
          <p:nvPr/>
        </p:nvSpPr>
        <p:spPr>
          <a:xfrm>
            <a:off x="5409382" y="2231525"/>
            <a:ext cx="1046982" cy="296613"/>
          </a:xfrm>
          <a:prstGeom prst="roundRect">
            <a:avLst>
              <a:gd name="adj" fmla="val 50000"/>
            </a:avLst>
          </a:prstGeom>
          <a:solidFill>
            <a:srgbClr val="DCE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E25D08-46F9-A562-C813-DCB5B36F9F45}"/>
              </a:ext>
            </a:extLst>
          </p:cNvPr>
          <p:cNvSpPr txBox="1"/>
          <p:nvPr/>
        </p:nvSpPr>
        <p:spPr>
          <a:xfrm>
            <a:off x="5425017" y="2215246"/>
            <a:ext cx="971596" cy="592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3120-01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39780073-C4D4-EE9F-7F9C-3A2C15A4112B}"/>
              </a:ext>
            </a:extLst>
          </p:cNvPr>
          <p:cNvSpPr/>
          <p:nvPr/>
        </p:nvSpPr>
        <p:spPr>
          <a:xfrm>
            <a:off x="7539942" y="2605036"/>
            <a:ext cx="1840713" cy="4758930"/>
          </a:xfrm>
          <a:prstGeom prst="rect">
            <a:avLst/>
          </a:prstGeom>
          <a:noFill/>
          <a:ln w="38100">
            <a:solidFill>
              <a:srgbClr val="9D217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1AA73C66-BEC2-14E1-CFBF-99990038D2BB}"/>
              </a:ext>
            </a:extLst>
          </p:cNvPr>
          <p:cNvSpPr/>
          <p:nvPr/>
        </p:nvSpPr>
        <p:spPr>
          <a:xfrm>
            <a:off x="7994856" y="2237061"/>
            <a:ext cx="970865" cy="274171"/>
          </a:xfrm>
          <a:prstGeom prst="roundRect">
            <a:avLst>
              <a:gd name="adj" fmla="val 50000"/>
            </a:avLst>
          </a:prstGeom>
          <a:solidFill>
            <a:srgbClr val="9D21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E1F65ABC-C93F-5B70-A112-24382627E396}"/>
              </a:ext>
            </a:extLst>
          </p:cNvPr>
          <p:cNvSpPr txBox="1"/>
          <p:nvPr/>
        </p:nvSpPr>
        <p:spPr>
          <a:xfrm>
            <a:off x="7843279" y="2222952"/>
            <a:ext cx="1274021" cy="347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CR8710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B64EAB50-902C-0A14-015F-969BA084A1C7}"/>
              </a:ext>
            </a:extLst>
          </p:cNvPr>
          <p:cNvSpPr/>
          <p:nvPr/>
        </p:nvSpPr>
        <p:spPr>
          <a:xfrm>
            <a:off x="1851106" y="2200022"/>
            <a:ext cx="1554245" cy="284326"/>
          </a:xfrm>
          <a:prstGeom prst="roundRect">
            <a:avLst>
              <a:gd name="adj" fmla="val 50000"/>
            </a:avLst>
          </a:prstGeom>
          <a:solidFill>
            <a:srgbClr val="00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F6E054B-04CE-E43B-89B2-DC37DF159BDA}"/>
              </a:ext>
            </a:extLst>
          </p:cNvPr>
          <p:cNvSpPr txBox="1"/>
          <p:nvPr/>
        </p:nvSpPr>
        <p:spPr>
          <a:xfrm>
            <a:off x="1851106" y="2185343"/>
            <a:ext cx="1554245" cy="347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29" dirty="0">
                <a:solidFill>
                  <a:schemeClr val="bg1"/>
                </a:solidFill>
                <a:latin typeface="Lato Black" panose="020F0A02020204030203" pitchFamily="34" charset="0"/>
              </a:rPr>
              <a:t>3220-01</a:t>
            </a:r>
            <a:endParaRPr lang="pt-BR" sz="2000" dirty="0"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38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676C-734A-99AE-7B07-64358984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F79F19D-B50A-9FB8-807B-24F0110EF34E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C56CF389-4270-A6EF-77AC-54665B79B8DC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A15E09A2-2A77-F1B2-7CF3-15995A082240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3C2F211-F3F6-0C8D-5ECB-90BCA284A9ED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89E58FB0-1B54-9C43-BFC7-4D068D3EF856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A0C86C3D-8A93-8B90-7502-5A49B6A02229}"/>
              </a:ext>
            </a:extLst>
          </p:cNvPr>
          <p:cNvSpPr txBox="1"/>
          <p:nvPr/>
        </p:nvSpPr>
        <p:spPr>
          <a:xfrm>
            <a:off x="633700" y="486281"/>
            <a:ext cx="359315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LAÇO 3(TENOVA)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F9DF1F4A-0ACB-382E-90A7-FDA3769C8B60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19E501CC-9692-42D2-379A-661A805E4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73458F4A-0117-7C54-2EE9-3A2B965702C2}"/>
              </a:ext>
            </a:extLst>
          </p:cNvPr>
          <p:cNvGrpSpPr/>
          <p:nvPr/>
        </p:nvGrpSpPr>
        <p:grpSpPr>
          <a:xfrm>
            <a:off x="0" y="2302038"/>
            <a:ext cx="9921949" cy="4338172"/>
            <a:chOff x="381000" y="2302038"/>
            <a:chExt cx="9144000" cy="433817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72377F7A-EE18-FD8A-586B-5202125868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3785" y="3015780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2FD62DF2-EE5C-9354-B80F-653098E250BF}"/>
                </a:ext>
              </a:extLst>
            </p:cNvPr>
            <p:cNvSpPr/>
            <p:nvPr/>
          </p:nvSpPr>
          <p:spPr>
            <a:xfrm>
              <a:off x="1587661" y="5456869"/>
              <a:ext cx="233453" cy="110970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0EC89AFA-395A-B1B4-7958-27C1E5199D10}"/>
                </a:ext>
              </a:extLst>
            </p:cNvPr>
            <p:cNvSpPr/>
            <p:nvPr/>
          </p:nvSpPr>
          <p:spPr>
            <a:xfrm>
              <a:off x="2457478" y="5456869"/>
              <a:ext cx="233453" cy="110970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5F4EE6C3-C539-1C1A-69A4-BAB3277B97EC}"/>
                </a:ext>
              </a:extLst>
            </p:cNvPr>
            <p:cNvSpPr/>
            <p:nvPr/>
          </p:nvSpPr>
          <p:spPr>
            <a:xfrm>
              <a:off x="654029" y="5456869"/>
              <a:ext cx="233453" cy="1132492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313E6677-12A6-C95B-AD25-2DEA5CD2D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22" y="3932258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8E135F87-625B-D3E3-C245-89E8B0ECF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81000" y="4909398"/>
              <a:ext cx="736063" cy="647812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62195DAE-E4FC-71C5-3102-5BF8A94B5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318426" y="4909398"/>
              <a:ext cx="736063" cy="647812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9CAD1886-3089-D7AF-87C9-06493AD47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180549" y="4909398"/>
              <a:ext cx="736063" cy="647812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F1BE7941-C332-539A-9271-4A23B1CCA87A}"/>
                </a:ext>
              </a:extLst>
            </p:cNvPr>
            <p:cNvGrpSpPr/>
            <p:nvPr/>
          </p:nvGrpSpPr>
          <p:grpSpPr>
            <a:xfrm>
              <a:off x="479819" y="4407322"/>
              <a:ext cx="579604" cy="568991"/>
              <a:chOff x="342415" y="3557834"/>
              <a:chExt cx="1220448" cy="1202016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F63DECB5-4051-9FA3-5211-70F776270935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1AB0EA26-1DCF-1884-9CAD-ABCBB620C8A6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3EC66A32-5CEA-A2F4-4292-412F4E1380AD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1F6F60A1-1A7A-1160-1843-2A09AD1186DD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C36F38CC-1D2F-BE26-D0FB-B9741CA77BEF}"/>
                  </a:ext>
                </a:extLst>
              </p:cNvPr>
              <p:cNvSpPr txBox="1"/>
              <p:nvPr/>
            </p:nvSpPr>
            <p:spPr>
              <a:xfrm>
                <a:off x="496189" y="4081849"/>
                <a:ext cx="979298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C1B9B4BA-0F8E-9E74-36F5-317DBACD1DE8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1702200" y="2997056"/>
              <a:ext cx="20066" cy="192604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98DAEADE-9836-6571-33D7-B3F0233835C7}"/>
                </a:ext>
              </a:extLst>
            </p:cNvPr>
            <p:cNvGrpSpPr/>
            <p:nvPr/>
          </p:nvGrpSpPr>
          <p:grpSpPr>
            <a:xfrm>
              <a:off x="1412398" y="4407322"/>
              <a:ext cx="579604" cy="568991"/>
              <a:chOff x="342415" y="3557834"/>
              <a:chExt cx="1220448" cy="1202016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7F6BAE7E-6459-4FD7-0BC5-3CBBF70E392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FE845C82-5C5F-2858-8006-98AE75FA030E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822B9378-8697-DA51-7EF7-F1B1C3DE9AD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06837762-FD5A-CEE0-1EE9-457A9FF80006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411DDAB6-E1A6-44F6-4489-A4ECFD4FC9BF}"/>
                  </a:ext>
                </a:extLst>
              </p:cNvPr>
              <p:cNvSpPr txBox="1"/>
              <p:nvPr/>
            </p:nvSpPr>
            <p:spPr>
              <a:xfrm>
                <a:off x="558087" y="4081849"/>
                <a:ext cx="893219" cy="450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62</a:t>
                </a:r>
                <a:endParaRPr lang="pt-BR" sz="857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DD7B332B-4D0E-F410-5C10-30675E5790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2210" y="3932258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FEDB8D93-DD26-7731-4871-29CBB83FC9B2}"/>
                </a:ext>
              </a:extLst>
            </p:cNvPr>
            <p:cNvGrpSpPr/>
            <p:nvPr/>
          </p:nvGrpSpPr>
          <p:grpSpPr>
            <a:xfrm>
              <a:off x="2285092" y="4407322"/>
              <a:ext cx="579604" cy="568991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75B326CD-FD3D-677E-FCAF-B4A8A0FEF469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481A6C72-F6B5-2147-3255-3E0CAF422815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B68E392F-DFF3-955F-8C10-343E0C363AE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14820433-0E06-3200-E4CE-2ED3F9665BD2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FA7B4685-CB7B-ACB8-2882-0CD8E3F1E493}"/>
                  </a:ext>
                </a:extLst>
              </p:cNvPr>
              <p:cNvSpPr txBox="1"/>
              <p:nvPr/>
            </p:nvSpPr>
            <p:spPr>
              <a:xfrm>
                <a:off x="537455" y="4104310"/>
                <a:ext cx="891973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2D2CD2AC-A17D-A3D8-F198-5CD016960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751" y="2997056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4294D8DE-8635-47A1-FB6F-474ACA8851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3080" y="3010977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586E58AB-898A-79BC-BA25-3F0C4DBCC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93214" y="3380093"/>
              <a:ext cx="591213" cy="658107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A0EB03AD-CC1C-1392-C9CC-D8A90D6B8F8F}"/>
                </a:ext>
              </a:extLst>
            </p:cNvPr>
            <p:cNvSpPr/>
            <p:nvPr/>
          </p:nvSpPr>
          <p:spPr>
            <a:xfrm>
              <a:off x="694565" y="408846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4CA5B3EB-E649-3730-5FBD-07FAE4579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425794" y="3380093"/>
              <a:ext cx="591213" cy="658107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AB8AD30B-9F39-B3EE-EF3F-2F582E933316}"/>
                </a:ext>
              </a:extLst>
            </p:cNvPr>
            <p:cNvSpPr/>
            <p:nvPr/>
          </p:nvSpPr>
          <p:spPr>
            <a:xfrm>
              <a:off x="1624099" y="408846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35FC5BB1-E21F-FA97-5E15-71F1062C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320931" y="3380093"/>
              <a:ext cx="591213" cy="658107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2CE83D36-E381-E1D9-2338-B8CE2F4F8AE1}"/>
                </a:ext>
              </a:extLst>
            </p:cNvPr>
            <p:cNvSpPr/>
            <p:nvPr/>
          </p:nvSpPr>
          <p:spPr>
            <a:xfrm>
              <a:off x="2538516" y="408846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63A2127F-876E-3C64-7FF8-1F1F179DB613}"/>
                </a:ext>
              </a:extLst>
            </p:cNvPr>
            <p:cNvSpPr/>
            <p:nvPr/>
          </p:nvSpPr>
          <p:spPr>
            <a:xfrm>
              <a:off x="698771" y="315694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B92EAB41-9FFB-B7C3-5C43-A3C5347389D9}"/>
                </a:ext>
              </a:extLst>
            </p:cNvPr>
            <p:cNvSpPr/>
            <p:nvPr/>
          </p:nvSpPr>
          <p:spPr>
            <a:xfrm>
              <a:off x="1629541" y="314457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685914A1-A08D-3BCC-C8B0-7FC1D82411FE}"/>
                </a:ext>
              </a:extLst>
            </p:cNvPr>
            <p:cNvSpPr/>
            <p:nvPr/>
          </p:nvSpPr>
          <p:spPr>
            <a:xfrm>
              <a:off x="2514966" y="315080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ABF5140A-96D5-385E-CD3D-10542A500B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816" y="3008149"/>
              <a:ext cx="8475229" cy="24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74A3DCEA-4599-D040-34BB-75F53881E8B9}"/>
                </a:ext>
              </a:extLst>
            </p:cNvPr>
            <p:cNvSpPr/>
            <p:nvPr/>
          </p:nvSpPr>
          <p:spPr>
            <a:xfrm>
              <a:off x="4192461" y="5462029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3B2658BE-749D-A9BA-54E5-5191A76B40EF}"/>
                </a:ext>
              </a:extLst>
            </p:cNvPr>
            <p:cNvSpPr/>
            <p:nvPr/>
          </p:nvSpPr>
          <p:spPr>
            <a:xfrm>
              <a:off x="5062196" y="5475784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BF127320-3FAD-9045-EAB1-59C069BD5428}"/>
                </a:ext>
              </a:extLst>
            </p:cNvPr>
            <p:cNvSpPr/>
            <p:nvPr/>
          </p:nvSpPr>
          <p:spPr>
            <a:xfrm>
              <a:off x="3363573" y="5462029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1DD73AF0-2BB9-8692-90ED-394D77CC5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3821" y="3937418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DF345295-F631-3503-E8C0-45A4B059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083061" y="4914558"/>
              <a:ext cx="736063" cy="647812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1BB70492-A8CF-E3C7-4648-FC89B41F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923225" y="4914558"/>
              <a:ext cx="736063" cy="647812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482D74AB-99FC-4DA9-3769-D3F5A6C40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785267" y="4928313"/>
              <a:ext cx="736063" cy="647812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B622B8CD-8D9D-95F9-1B74-3B5796403AF2}"/>
                </a:ext>
              </a:extLst>
            </p:cNvPr>
            <p:cNvGrpSpPr/>
            <p:nvPr/>
          </p:nvGrpSpPr>
          <p:grpSpPr>
            <a:xfrm>
              <a:off x="3181880" y="4412483"/>
              <a:ext cx="579604" cy="568991"/>
              <a:chOff x="342415" y="3557834"/>
              <a:chExt cx="1220448" cy="1202016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877790D3-4485-9C9E-80E1-7F2F74522EEA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E8151AF4-6804-330C-967B-A6F1EF622CA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631074CF-3B3A-47FF-449F-93BCFED6506F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B0A32968-244F-7076-8302-B2DC154E1F87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C26551D3-5337-A8E8-80C6-3AA9BA297637}"/>
                  </a:ext>
                </a:extLst>
              </p:cNvPr>
              <p:cNvSpPr txBox="1"/>
              <p:nvPr/>
            </p:nvSpPr>
            <p:spPr>
              <a:xfrm>
                <a:off x="496187" y="4081847"/>
                <a:ext cx="963789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CAAA651C-92E1-7D02-7E20-DE0CC63D4FF9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4306999" y="3010977"/>
              <a:ext cx="11949" cy="191728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43ADB716-3925-58C5-CB9A-A8ABFC675FF1}"/>
                </a:ext>
              </a:extLst>
            </p:cNvPr>
            <p:cNvGrpSpPr/>
            <p:nvPr/>
          </p:nvGrpSpPr>
          <p:grpSpPr>
            <a:xfrm>
              <a:off x="4017198" y="4412483"/>
              <a:ext cx="579604" cy="568991"/>
              <a:chOff x="342415" y="3557834"/>
              <a:chExt cx="1220448" cy="1202016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F1EE5F00-CC10-AFA3-8062-25BE5C6C69EE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ACB28BFE-897E-9D66-086F-46C0A9683C7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80B6FC79-4E66-D9A3-2DCD-A37554D2497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B7D75697-874F-E7AC-476A-79B5670C5177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6FD73A3D-FC48-A256-5BA5-2F7CDA983741}"/>
                  </a:ext>
                </a:extLst>
              </p:cNvPr>
              <p:cNvSpPr txBox="1"/>
              <p:nvPr/>
            </p:nvSpPr>
            <p:spPr>
              <a:xfrm>
                <a:off x="475559" y="4104310"/>
                <a:ext cx="1061875" cy="450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63</a:t>
                </a:r>
                <a:endParaRPr lang="pt-BR" sz="857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9EF972DA-4C13-A46D-AB76-13F3F8F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6927" y="3951174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571746F8-3568-1659-567B-B9EB6783D84E}"/>
                </a:ext>
              </a:extLst>
            </p:cNvPr>
            <p:cNvGrpSpPr/>
            <p:nvPr/>
          </p:nvGrpSpPr>
          <p:grpSpPr>
            <a:xfrm>
              <a:off x="4912255" y="4426238"/>
              <a:ext cx="579604" cy="568991"/>
              <a:chOff x="342415" y="3557834"/>
              <a:chExt cx="1220448" cy="1202016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57C67A7E-6DA7-0003-B35D-1D95C2F53146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C3E78A89-12CD-5075-8E3A-BF52A5B3C081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8A282994-072B-BF15-2F2F-1B8760A4E6F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8C7FD67C-DF3D-182D-9036-9C1911CAFCD3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2B69E43E-3433-643B-0CC6-3E5E5A3F1284}"/>
                  </a:ext>
                </a:extLst>
              </p:cNvPr>
              <p:cNvSpPr txBox="1"/>
              <p:nvPr/>
            </p:nvSpPr>
            <p:spPr>
              <a:xfrm>
                <a:off x="496189" y="4104310"/>
                <a:ext cx="972266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6</a:t>
                </a:r>
                <a:r>
                  <a:rPr lang="pt-BR" sz="857" dirty="0">
                    <a:latin typeface="Manrope ExtraBold" pitchFamily="2" charset="0"/>
                  </a:rPr>
                  <a:t>4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F8062FB4-AB76-252C-DAA9-634664FC78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798" y="3029892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54F207B3-0720-E33F-499D-D55DF0BAC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180311" y="3385254"/>
              <a:ext cx="591213" cy="658107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20C78AFD-F8B5-57D1-4E34-795E609B2E95}"/>
                </a:ext>
              </a:extLst>
            </p:cNvPr>
            <p:cNvSpPr/>
            <p:nvPr/>
          </p:nvSpPr>
          <p:spPr>
            <a:xfrm>
              <a:off x="3385663" y="409362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CB507EB1-2F64-7038-A720-46AD2EA66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030592" y="3385254"/>
              <a:ext cx="591213" cy="658107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F59A0B60-90D9-8F48-5FC5-3C1E65ED1B49}"/>
                </a:ext>
              </a:extLst>
            </p:cNvPr>
            <p:cNvSpPr/>
            <p:nvPr/>
          </p:nvSpPr>
          <p:spPr>
            <a:xfrm>
              <a:off x="4221416" y="409362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39120F09-D6EB-F7AE-861B-3662735E4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925649" y="3399008"/>
              <a:ext cx="591213" cy="658107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2CDFE684-EB3E-0EC1-A2AD-616575C9FF59}"/>
                </a:ext>
              </a:extLst>
            </p:cNvPr>
            <p:cNvSpPr/>
            <p:nvPr/>
          </p:nvSpPr>
          <p:spPr>
            <a:xfrm>
              <a:off x="5135753" y="410737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C3FC888A-2096-31EF-140C-E9A0741423E3}"/>
                </a:ext>
              </a:extLst>
            </p:cNvPr>
            <p:cNvSpPr/>
            <p:nvPr/>
          </p:nvSpPr>
          <p:spPr>
            <a:xfrm>
              <a:off x="3385869" y="316210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227549B7-6B7F-DB27-3C25-5E28C0E33901}"/>
                </a:ext>
              </a:extLst>
            </p:cNvPr>
            <p:cNvSpPr/>
            <p:nvPr/>
          </p:nvSpPr>
          <p:spPr>
            <a:xfrm>
              <a:off x="4226858" y="3149736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F2F25DE7-3E7B-C4DC-E99F-9611D40E426D}"/>
                </a:ext>
              </a:extLst>
            </p:cNvPr>
            <p:cNvSpPr/>
            <p:nvPr/>
          </p:nvSpPr>
          <p:spPr>
            <a:xfrm>
              <a:off x="5119685" y="3169717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3EFAED89-798A-CCD3-CB56-BBF711DDDE35}"/>
                </a:ext>
              </a:extLst>
            </p:cNvPr>
            <p:cNvSpPr/>
            <p:nvPr/>
          </p:nvSpPr>
          <p:spPr>
            <a:xfrm>
              <a:off x="5946197" y="5475784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48E3A683-4725-3F6F-A458-78CDF42E6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669267" y="4928313"/>
              <a:ext cx="736063" cy="647812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1A305CEF-D981-2E23-2EF1-8FAB7BED7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5965" y="3951174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2D053ADB-5639-59F4-D7C3-D0E7F853A7F5}"/>
                </a:ext>
              </a:extLst>
            </p:cNvPr>
            <p:cNvGrpSpPr/>
            <p:nvPr/>
          </p:nvGrpSpPr>
          <p:grpSpPr>
            <a:xfrm>
              <a:off x="5796256" y="4426238"/>
              <a:ext cx="579604" cy="568991"/>
              <a:chOff x="342415" y="3557834"/>
              <a:chExt cx="1220448" cy="1202016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7CB4D4C3-AE90-1835-C3D0-1F187F96E912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D086E13B-3873-B69A-BF22-5E3C1D7ED56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D328756C-0363-4671-A2C5-47E1BEE815A8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E6B7BD58-BD60-DBDA-0CB7-C0077F8B18EB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A877BF52-F902-F227-707A-6426D20891CC}"/>
                  </a:ext>
                </a:extLst>
              </p:cNvPr>
              <p:cNvSpPr txBox="1"/>
              <p:nvPr/>
            </p:nvSpPr>
            <p:spPr>
              <a:xfrm>
                <a:off x="516823" y="4104308"/>
                <a:ext cx="947215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1E2F5E3D-A2A8-AE18-98CC-9B3D4DCA0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1799" y="3029892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9617342E-FAA0-2526-DEF5-EE9E7C50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802169" y="3399008"/>
              <a:ext cx="591213" cy="658107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BA918852-896D-5621-F9F4-4155B10A2B19}"/>
                </a:ext>
              </a:extLst>
            </p:cNvPr>
            <p:cNvSpPr/>
            <p:nvPr/>
          </p:nvSpPr>
          <p:spPr>
            <a:xfrm>
              <a:off x="6004790" y="410737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1BE8A157-7546-E038-00DD-7380B22595AE}"/>
                </a:ext>
              </a:extLst>
            </p:cNvPr>
            <p:cNvSpPr/>
            <p:nvPr/>
          </p:nvSpPr>
          <p:spPr>
            <a:xfrm>
              <a:off x="6003686" y="3169717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45ADD2A-CD6D-1081-602B-E8AAA9331615}"/>
                </a:ext>
              </a:extLst>
            </p:cNvPr>
            <p:cNvSpPr/>
            <p:nvPr/>
          </p:nvSpPr>
          <p:spPr>
            <a:xfrm>
              <a:off x="6723972" y="5477456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2CC674A8-849A-61B2-216B-9A36DE6F1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447042" y="4929984"/>
              <a:ext cx="736063" cy="647812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360ADA8-50E5-8C3B-C694-ECE5A6C8B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3740" y="3952845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516CA63E-45F1-4823-52E1-FA5D1350FC4C}"/>
                </a:ext>
              </a:extLst>
            </p:cNvPr>
            <p:cNvGrpSpPr/>
            <p:nvPr/>
          </p:nvGrpSpPr>
          <p:grpSpPr>
            <a:xfrm>
              <a:off x="6574031" y="4427910"/>
              <a:ext cx="579604" cy="568991"/>
              <a:chOff x="342415" y="3557834"/>
              <a:chExt cx="1220448" cy="1202016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149336C4-3ACD-CC50-1C22-BA593A87067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7C28AEAB-EB2D-335F-93A9-790707FF9DB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F8A45693-0181-E0C8-EA41-B66C106B2F18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9F578555-7CFB-A911-7641-C0EFE8E27D73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4B125B0C-3241-7FC1-CF49-0332F0A29B1B}"/>
                  </a:ext>
                </a:extLst>
              </p:cNvPr>
              <p:cNvSpPr txBox="1"/>
              <p:nvPr/>
            </p:nvSpPr>
            <p:spPr>
              <a:xfrm>
                <a:off x="516823" y="4104308"/>
                <a:ext cx="939946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74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2D5B611-6CB7-A323-C7D7-8FFCD50D8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9574" y="3031563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2187F685-A651-F86A-AB4A-DC9B0E0E1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579944" y="3400680"/>
              <a:ext cx="591213" cy="658107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9B269522-49BE-FF2D-B5F3-60D8F91538CE}"/>
                </a:ext>
              </a:extLst>
            </p:cNvPr>
            <p:cNvSpPr/>
            <p:nvPr/>
          </p:nvSpPr>
          <p:spPr>
            <a:xfrm>
              <a:off x="6782565" y="4109047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0270C1-9F3A-5B14-3D78-681F9C893717}"/>
                </a:ext>
              </a:extLst>
            </p:cNvPr>
            <p:cNvSpPr/>
            <p:nvPr/>
          </p:nvSpPr>
          <p:spPr>
            <a:xfrm>
              <a:off x="6781461" y="3171389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37C80013-CD0B-C3B0-A5D2-3BE54ABE7BED}"/>
                </a:ext>
              </a:extLst>
            </p:cNvPr>
            <p:cNvSpPr/>
            <p:nvPr/>
          </p:nvSpPr>
          <p:spPr>
            <a:xfrm>
              <a:off x="421722" y="2689095"/>
              <a:ext cx="3494697" cy="3951115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71689930-FAF3-9638-3E7F-14AB73B66C6D}"/>
                </a:ext>
              </a:extLst>
            </p:cNvPr>
            <p:cNvSpPr/>
            <p:nvPr/>
          </p:nvSpPr>
          <p:spPr>
            <a:xfrm>
              <a:off x="4000220" y="2689095"/>
              <a:ext cx="3182885" cy="3951115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grpSp>
          <p:nvGrpSpPr>
            <p:cNvPr id="79" name="Agrupar 78">
              <a:extLst>
                <a:ext uri="{FF2B5EF4-FFF2-40B4-BE49-F238E27FC236}">
                  <a16:creationId xmlns:a16="http://schemas.microsoft.com/office/drawing/2014/main" id="{EEF9BACF-1116-1E4A-1195-60FF061EE1A6}"/>
                </a:ext>
              </a:extLst>
            </p:cNvPr>
            <p:cNvGrpSpPr/>
            <p:nvPr/>
          </p:nvGrpSpPr>
          <p:grpSpPr>
            <a:xfrm>
              <a:off x="5151710" y="2324290"/>
              <a:ext cx="1013384" cy="312265"/>
              <a:chOff x="6806500" y="3110186"/>
              <a:chExt cx="1657007" cy="472956"/>
            </a:xfrm>
          </p:grpSpPr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id="{5DA937AC-937F-3149-27CB-3C6673B24327}"/>
                  </a:ext>
                </a:extLst>
              </p:cNvPr>
              <p:cNvSpPr/>
              <p:nvPr/>
            </p:nvSpPr>
            <p:spPr>
              <a:xfrm>
                <a:off x="6952203" y="3149531"/>
                <a:ext cx="1359470" cy="372990"/>
              </a:xfrm>
              <a:prstGeom prst="roundRect">
                <a:avLst>
                  <a:gd name="adj" fmla="val 50000"/>
                </a:avLst>
              </a:prstGeom>
              <a:solidFill>
                <a:srgbClr val="F37A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194D5BFF-4FB4-A5B3-06DF-25AA6957A424}"/>
                  </a:ext>
                </a:extLst>
              </p:cNvPr>
              <p:cNvSpPr txBox="1"/>
              <p:nvPr/>
            </p:nvSpPr>
            <p:spPr>
              <a:xfrm>
                <a:off x="6806500" y="3110186"/>
                <a:ext cx="1657007" cy="472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29" dirty="0">
                    <a:solidFill>
                      <a:schemeClr val="bg1"/>
                    </a:solidFill>
                    <a:latin typeface="Lato Black" panose="020F0A02020204030203" pitchFamily="34" charset="0"/>
                  </a:rPr>
                  <a:t>3340-12</a:t>
                </a:r>
                <a:endParaRPr lang="pt-BR" sz="2000" dirty="0">
                  <a:solidFill>
                    <a:schemeClr val="bg1"/>
                  </a:solidFill>
                  <a:latin typeface="Lato Black" panose="020F0A02020204030203" pitchFamily="34" charset="0"/>
                </a:endParaRPr>
              </a:p>
            </p:txBody>
          </p:sp>
        </p:grp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50B60ED0-1797-82D0-15C9-81E115CC4FEE}"/>
                </a:ext>
              </a:extLst>
            </p:cNvPr>
            <p:cNvSpPr/>
            <p:nvPr/>
          </p:nvSpPr>
          <p:spPr>
            <a:xfrm>
              <a:off x="1808698" y="2352549"/>
              <a:ext cx="831417" cy="246264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C4BD545-2345-07C3-8A86-BD7E401CA12F}"/>
                </a:ext>
              </a:extLst>
            </p:cNvPr>
            <p:cNvSpPr txBox="1"/>
            <p:nvPr/>
          </p:nvSpPr>
          <p:spPr>
            <a:xfrm>
              <a:off x="1678891" y="2329243"/>
              <a:ext cx="1091030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3340-11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61" name="Retângulo 260">
              <a:extLst>
                <a:ext uri="{FF2B5EF4-FFF2-40B4-BE49-F238E27FC236}">
                  <a16:creationId xmlns:a16="http://schemas.microsoft.com/office/drawing/2014/main" id="{71F44844-89EA-9D63-19B4-6E5521C02BDC}"/>
                </a:ext>
              </a:extLst>
            </p:cNvPr>
            <p:cNvSpPr/>
            <p:nvPr/>
          </p:nvSpPr>
          <p:spPr>
            <a:xfrm>
              <a:off x="7420946" y="5484821"/>
              <a:ext cx="233453" cy="110454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62" name="Imagem 261">
              <a:extLst>
                <a:ext uri="{FF2B5EF4-FFF2-40B4-BE49-F238E27FC236}">
                  <a16:creationId xmlns:a16="http://schemas.microsoft.com/office/drawing/2014/main" id="{C61212E1-706B-612B-A1B4-E2B9287AB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152443" y="4937349"/>
              <a:ext cx="736063" cy="647812"/>
            </a:xfrm>
            <a:prstGeom prst="rect">
              <a:avLst/>
            </a:prstGeom>
          </p:spPr>
        </p:pic>
        <p:cxnSp>
          <p:nvCxnSpPr>
            <p:cNvPr id="263" name="Conector reto 262">
              <a:extLst>
                <a:ext uri="{FF2B5EF4-FFF2-40B4-BE49-F238E27FC236}">
                  <a16:creationId xmlns:a16="http://schemas.microsoft.com/office/drawing/2014/main" id="{29493D52-B24D-89D4-8521-7F0F8F5ED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8823" y="3960210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Agrupar 263">
              <a:extLst>
                <a:ext uri="{FF2B5EF4-FFF2-40B4-BE49-F238E27FC236}">
                  <a16:creationId xmlns:a16="http://schemas.microsoft.com/office/drawing/2014/main" id="{D89396F5-5F57-408D-2BA1-3543EA6B7AE0}"/>
                </a:ext>
              </a:extLst>
            </p:cNvPr>
            <p:cNvGrpSpPr/>
            <p:nvPr/>
          </p:nvGrpSpPr>
          <p:grpSpPr>
            <a:xfrm>
              <a:off x="7254151" y="4435274"/>
              <a:ext cx="579604" cy="582241"/>
              <a:chOff x="342415" y="3557834"/>
              <a:chExt cx="1220448" cy="1230007"/>
            </a:xfrm>
          </p:grpSpPr>
          <p:sp>
            <p:nvSpPr>
              <p:cNvPr id="265" name="Retângulo 264">
                <a:extLst>
                  <a:ext uri="{FF2B5EF4-FFF2-40B4-BE49-F238E27FC236}">
                    <a16:creationId xmlns:a16="http://schemas.microsoft.com/office/drawing/2014/main" id="{8FE3DD6A-F0A7-49EF-5AC9-ACC00398F1DB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6" name="Trapezoide 265">
                <a:extLst>
                  <a:ext uri="{FF2B5EF4-FFF2-40B4-BE49-F238E27FC236}">
                    <a16:creationId xmlns:a16="http://schemas.microsoft.com/office/drawing/2014/main" id="{59131186-DC14-ABE5-E119-9156CC7B8170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7" name="Retângulo 266">
                <a:extLst>
                  <a:ext uri="{FF2B5EF4-FFF2-40B4-BE49-F238E27FC236}">
                    <a16:creationId xmlns:a16="http://schemas.microsoft.com/office/drawing/2014/main" id="{236BECE8-D925-95CB-0A0C-EE2F85FCFF3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8" name="CaixaDeTexto 267">
                <a:extLst>
                  <a:ext uri="{FF2B5EF4-FFF2-40B4-BE49-F238E27FC236}">
                    <a16:creationId xmlns:a16="http://schemas.microsoft.com/office/drawing/2014/main" id="{E4842D1B-A5A9-724F-9C30-54399B97FA5B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69" name="CaixaDeTexto 268">
                <a:extLst>
                  <a:ext uri="{FF2B5EF4-FFF2-40B4-BE49-F238E27FC236}">
                    <a16:creationId xmlns:a16="http://schemas.microsoft.com/office/drawing/2014/main" id="{56181BFC-30F5-D9E8-E6FA-D04975CADC64}"/>
                  </a:ext>
                </a:extLst>
              </p:cNvPr>
              <p:cNvSpPr txBox="1"/>
              <p:nvPr/>
            </p:nvSpPr>
            <p:spPr>
              <a:xfrm>
                <a:off x="537457" y="4081843"/>
                <a:ext cx="855326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77</a:t>
                </a:r>
              </a:p>
            </p:txBody>
          </p:sp>
        </p:grpSp>
        <p:cxnSp>
          <p:nvCxnSpPr>
            <p:cNvPr id="270" name="Conector reto 269">
              <a:extLst>
                <a:ext uri="{FF2B5EF4-FFF2-40B4-BE49-F238E27FC236}">
                  <a16:creationId xmlns:a16="http://schemas.microsoft.com/office/drawing/2014/main" id="{8A6D00F9-3B6F-B95C-4162-35DDD66C9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693" y="303892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1" name="Imagem 270">
              <a:extLst>
                <a:ext uri="{FF2B5EF4-FFF2-40B4-BE49-F238E27FC236}">
                  <a16:creationId xmlns:a16="http://schemas.microsoft.com/office/drawing/2014/main" id="{5B9C646D-5D78-2B38-F5B8-A81A9AD74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267545" y="3408045"/>
              <a:ext cx="591213" cy="658107"/>
            </a:xfrm>
            <a:prstGeom prst="rect">
              <a:avLst/>
            </a:prstGeom>
          </p:spPr>
        </p:pic>
        <p:sp>
          <p:nvSpPr>
            <p:cNvPr id="272" name="Elipse 271">
              <a:extLst>
                <a:ext uri="{FF2B5EF4-FFF2-40B4-BE49-F238E27FC236}">
                  <a16:creationId xmlns:a16="http://schemas.microsoft.com/office/drawing/2014/main" id="{0593DBC3-8975-2FD1-D38C-DDA9C76D54FB}"/>
                </a:ext>
              </a:extLst>
            </p:cNvPr>
            <p:cNvSpPr/>
            <p:nvPr/>
          </p:nvSpPr>
          <p:spPr>
            <a:xfrm>
              <a:off x="7477648" y="411641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3" name="Elipse 272">
              <a:extLst>
                <a:ext uri="{FF2B5EF4-FFF2-40B4-BE49-F238E27FC236}">
                  <a16:creationId xmlns:a16="http://schemas.microsoft.com/office/drawing/2014/main" id="{DCB596F5-ACFE-D144-F9BF-33F2DDCC3FAE}"/>
                </a:ext>
              </a:extLst>
            </p:cNvPr>
            <p:cNvSpPr/>
            <p:nvPr/>
          </p:nvSpPr>
          <p:spPr>
            <a:xfrm>
              <a:off x="7461581" y="31787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3836DF4D-EF5B-2DA3-2DCA-25CF96C0AE4C}"/>
                </a:ext>
              </a:extLst>
            </p:cNvPr>
            <p:cNvSpPr/>
            <p:nvPr/>
          </p:nvSpPr>
          <p:spPr>
            <a:xfrm>
              <a:off x="8288093" y="5484821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75" name="Imagem 274">
              <a:extLst>
                <a:ext uri="{FF2B5EF4-FFF2-40B4-BE49-F238E27FC236}">
                  <a16:creationId xmlns:a16="http://schemas.microsoft.com/office/drawing/2014/main" id="{834F97DA-7788-2C19-2117-0C2E05549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011163" y="4937349"/>
              <a:ext cx="736063" cy="647812"/>
            </a:xfrm>
            <a:prstGeom prst="rect">
              <a:avLst/>
            </a:prstGeom>
          </p:spPr>
        </p:pic>
        <p:cxnSp>
          <p:nvCxnSpPr>
            <p:cNvPr id="276" name="Conector reto 275">
              <a:extLst>
                <a:ext uri="{FF2B5EF4-FFF2-40B4-BE49-F238E27FC236}">
                  <a16:creationId xmlns:a16="http://schemas.microsoft.com/office/drawing/2014/main" id="{CA22EF3B-20A8-6FA5-D813-CB26FD2597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37861" y="3960210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Agrupar 276">
              <a:extLst>
                <a:ext uri="{FF2B5EF4-FFF2-40B4-BE49-F238E27FC236}">
                  <a16:creationId xmlns:a16="http://schemas.microsoft.com/office/drawing/2014/main" id="{2DEF5BAE-B0AB-B674-55DA-EAB6AFA46EBC}"/>
                </a:ext>
              </a:extLst>
            </p:cNvPr>
            <p:cNvGrpSpPr/>
            <p:nvPr/>
          </p:nvGrpSpPr>
          <p:grpSpPr>
            <a:xfrm>
              <a:off x="8138152" y="4435275"/>
              <a:ext cx="579604" cy="568991"/>
              <a:chOff x="342415" y="3557834"/>
              <a:chExt cx="1220448" cy="1202016"/>
            </a:xfrm>
          </p:grpSpPr>
          <p:sp>
            <p:nvSpPr>
              <p:cNvPr id="278" name="Retângulo 277">
                <a:extLst>
                  <a:ext uri="{FF2B5EF4-FFF2-40B4-BE49-F238E27FC236}">
                    <a16:creationId xmlns:a16="http://schemas.microsoft.com/office/drawing/2014/main" id="{FFED8CEA-338E-84A1-C9F8-044BB44CFCF8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79" name="Trapezoide 278">
                <a:extLst>
                  <a:ext uri="{FF2B5EF4-FFF2-40B4-BE49-F238E27FC236}">
                    <a16:creationId xmlns:a16="http://schemas.microsoft.com/office/drawing/2014/main" id="{6101F813-503F-0161-37BE-A56215A9EDA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0" name="Retângulo 279">
                <a:extLst>
                  <a:ext uri="{FF2B5EF4-FFF2-40B4-BE49-F238E27FC236}">
                    <a16:creationId xmlns:a16="http://schemas.microsoft.com/office/drawing/2014/main" id="{15A05B6F-04C6-2228-787E-4C781F9114E0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1" name="CaixaDeTexto 280">
                <a:extLst>
                  <a:ext uri="{FF2B5EF4-FFF2-40B4-BE49-F238E27FC236}">
                    <a16:creationId xmlns:a16="http://schemas.microsoft.com/office/drawing/2014/main" id="{80C8E3A5-2A9C-C58F-16DF-21238CAB3F20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82" name="CaixaDeTexto 281">
                <a:extLst>
                  <a:ext uri="{FF2B5EF4-FFF2-40B4-BE49-F238E27FC236}">
                    <a16:creationId xmlns:a16="http://schemas.microsoft.com/office/drawing/2014/main" id="{814F25C8-02DF-E43C-F464-16B398A87A6D}"/>
                  </a:ext>
                </a:extLst>
              </p:cNvPr>
              <p:cNvSpPr txBox="1"/>
              <p:nvPr/>
            </p:nvSpPr>
            <p:spPr>
              <a:xfrm>
                <a:off x="522140" y="4081843"/>
                <a:ext cx="885400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81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83" name="Conector reto 282">
              <a:extLst>
                <a:ext uri="{FF2B5EF4-FFF2-40B4-BE49-F238E27FC236}">
                  <a16:creationId xmlns:a16="http://schemas.microsoft.com/office/drawing/2014/main" id="{B2D892C4-6E46-1832-529F-187FF969E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3694" y="303892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4" name="Imagem 283">
              <a:extLst>
                <a:ext uri="{FF2B5EF4-FFF2-40B4-BE49-F238E27FC236}">
                  <a16:creationId xmlns:a16="http://schemas.microsoft.com/office/drawing/2014/main" id="{20A7F566-A64B-5CD0-DE1B-2E78EEDD1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144065" y="3408045"/>
              <a:ext cx="591213" cy="658107"/>
            </a:xfrm>
            <a:prstGeom prst="rect">
              <a:avLst/>
            </a:prstGeom>
          </p:spPr>
        </p:pic>
        <p:sp>
          <p:nvSpPr>
            <p:cNvPr id="285" name="Elipse 284">
              <a:extLst>
                <a:ext uri="{FF2B5EF4-FFF2-40B4-BE49-F238E27FC236}">
                  <a16:creationId xmlns:a16="http://schemas.microsoft.com/office/drawing/2014/main" id="{DD1848BC-B770-4276-8CB1-AA838FDE91E1}"/>
                </a:ext>
              </a:extLst>
            </p:cNvPr>
            <p:cNvSpPr/>
            <p:nvPr/>
          </p:nvSpPr>
          <p:spPr>
            <a:xfrm>
              <a:off x="8346686" y="411641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6" name="Elipse 285">
              <a:extLst>
                <a:ext uri="{FF2B5EF4-FFF2-40B4-BE49-F238E27FC236}">
                  <a16:creationId xmlns:a16="http://schemas.microsoft.com/office/drawing/2014/main" id="{BBF7AA41-9749-55DA-8EC6-80A92FFB6116}"/>
                </a:ext>
              </a:extLst>
            </p:cNvPr>
            <p:cNvSpPr/>
            <p:nvPr/>
          </p:nvSpPr>
          <p:spPr>
            <a:xfrm>
              <a:off x="8345581" y="31787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FA07E50C-0A97-EE1B-AD07-2FE35A6515A1}"/>
                </a:ext>
              </a:extLst>
            </p:cNvPr>
            <p:cNvSpPr/>
            <p:nvPr/>
          </p:nvSpPr>
          <p:spPr>
            <a:xfrm>
              <a:off x="9065868" y="5486492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8" name="Imagem 287">
              <a:extLst>
                <a:ext uri="{FF2B5EF4-FFF2-40B4-BE49-F238E27FC236}">
                  <a16:creationId xmlns:a16="http://schemas.microsoft.com/office/drawing/2014/main" id="{07913555-0067-72D0-C2A4-6879C6E5F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788937" y="4939021"/>
              <a:ext cx="736063" cy="647812"/>
            </a:xfrm>
            <a:prstGeom prst="rect">
              <a:avLst/>
            </a:prstGeom>
          </p:spPr>
        </p:pic>
        <p:cxnSp>
          <p:nvCxnSpPr>
            <p:cNvPr id="289" name="Conector reto 288">
              <a:extLst>
                <a:ext uri="{FF2B5EF4-FFF2-40B4-BE49-F238E27FC236}">
                  <a16:creationId xmlns:a16="http://schemas.microsoft.com/office/drawing/2014/main" id="{7F2F9E0A-48D9-E113-5350-287E8F3862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5635" y="3961882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Agrupar 289">
              <a:extLst>
                <a:ext uri="{FF2B5EF4-FFF2-40B4-BE49-F238E27FC236}">
                  <a16:creationId xmlns:a16="http://schemas.microsoft.com/office/drawing/2014/main" id="{144DEABA-1547-987F-7E3E-BABE1B079451}"/>
                </a:ext>
              </a:extLst>
            </p:cNvPr>
            <p:cNvGrpSpPr/>
            <p:nvPr/>
          </p:nvGrpSpPr>
          <p:grpSpPr>
            <a:xfrm>
              <a:off x="8915927" y="4436946"/>
              <a:ext cx="579604" cy="568991"/>
              <a:chOff x="342415" y="3557834"/>
              <a:chExt cx="1220448" cy="1202016"/>
            </a:xfrm>
          </p:grpSpPr>
          <p:sp>
            <p:nvSpPr>
              <p:cNvPr id="291" name="Retângulo 290">
                <a:extLst>
                  <a:ext uri="{FF2B5EF4-FFF2-40B4-BE49-F238E27FC236}">
                    <a16:creationId xmlns:a16="http://schemas.microsoft.com/office/drawing/2014/main" id="{84E5C296-CE95-344C-D71F-4FE7B4342FC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2" name="Trapezoide 291">
                <a:extLst>
                  <a:ext uri="{FF2B5EF4-FFF2-40B4-BE49-F238E27FC236}">
                    <a16:creationId xmlns:a16="http://schemas.microsoft.com/office/drawing/2014/main" id="{A51E1F12-2664-97B3-4B02-AFE8430D9DAE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3" name="Retângulo 292">
                <a:extLst>
                  <a:ext uri="{FF2B5EF4-FFF2-40B4-BE49-F238E27FC236}">
                    <a16:creationId xmlns:a16="http://schemas.microsoft.com/office/drawing/2014/main" id="{FE03D198-8E33-C985-355E-C20756E34CCB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4" name="CaixaDeTexto 293">
                <a:extLst>
                  <a:ext uri="{FF2B5EF4-FFF2-40B4-BE49-F238E27FC236}">
                    <a16:creationId xmlns:a16="http://schemas.microsoft.com/office/drawing/2014/main" id="{53ECEE2A-AEF6-C3D1-C09A-BA17ACF34E0D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95" name="CaixaDeTexto 294">
                <a:extLst>
                  <a:ext uri="{FF2B5EF4-FFF2-40B4-BE49-F238E27FC236}">
                    <a16:creationId xmlns:a16="http://schemas.microsoft.com/office/drawing/2014/main" id="{29CAABB7-1706-D23C-8A23-408512EA742D}"/>
                  </a:ext>
                </a:extLst>
              </p:cNvPr>
              <p:cNvSpPr txBox="1"/>
              <p:nvPr/>
            </p:nvSpPr>
            <p:spPr>
              <a:xfrm>
                <a:off x="434823" y="4061254"/>
                <a:ext cx="1087461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82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96" name="Conector reto 295">
              <a:extLst>
                <a:ext uri="{FF2B5EF4-FFF2-40B4-BE49-F238E27FC236}">
                  <a16:creationId xmlns:a16="http://schemas.microsoft.com/office/drawing/2014/main" id="{9D66C303-C8AF-6E7F-7AAD-65524F55A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470" y="3040600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97" name="Imagem 296">
              <a:extLst>
                <a:ext uri="{FF2B5EF4-FFF2-40B4-BE49-F238E27FC236}">
                  <a16:creationId xmlns:a16="http://schemas.microsoft.com/office/drawing/2014/main" id="{20974576-3440-B0DA-3BF1-0CF37BC25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921839" y="3409717"/>
              <a:ext cx="591213" cy="658107"/>
            </a:xfrm>
            <a:prstGeom prst="rect">
              <a:avLst/>
            </a:prstGeom>
          </p:spPr>
        </p:pic>
        <p:sp>
          <p:nvSpPr>
            <p:cNvPr id="298" name="Elipse 297">
              <a:extLst>
                <a:ext uri="{FF2B5EF4-FFF2-40B4-BE49-F238E27FC236}">
                  <a16:creationId xmlns:a16="http://schemas.microsoft.com/office/drawing/2014/main" id="{DD6A2A59-3AD7-2954-BB3A-DC56B856880D}"/>
                </a:ext>
              </a:extLst>
            </p:cNvPr>
            <p:cNvSpPr/>
            <p:nvPr/>
          </p:nvSpPr>
          <p:spPr>
            <a:xfrm>
              <a:off x="9124461" y="411808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99" name="Elipse 298">
              <a:extLst>
                <a:ext uri="{FF2B5EF4-FFF2-40B4-BE49-F238E27FC236}">
                  <a16:creationId xmlns:a16="http://schemas.microsoft.com/office/drawing/2014/main" id="{41CE0E45-B3FC-1634-2B89-859ED8C4BA4B}"/>
                </a:ext>
              </a:extLst>
            </p:cNvPr>
            <p:cNvSpPr/>
            <p:nvPr/>
          </p:nvSpPr>
          <p:spPr>
            <a:xfrm>
              <a:off x="9123356" y="318042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2" name="Retângulo 301">
              <a:extLst>
                <a:ext uri="{FF2B5EF4-FFF2-40B4-BE49-F238E27FC236}">
                  <a16:creationId xmlns:a16="http://schemas.microsoft.com/office/drawing/2014/main" id="{62ABD7A3-EC2E-5A36-0B5B-12BA4B2D7DAF}"/>
                </a:ext>
              </a:extLst>
            </p:cNvPr>
            <p:cNvSpPr/>
            <p:nvPr/>
          </p:nvSpPr>
          <p:spPr>
            <a:xfrm>
              <a:off x="7240865" y="2683644"/>
              <a:ext cx="2256921" cy="3951115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4" name="Retângulo: Cantos Arredondados 303">
              <a:extLst>
                <a:ext uri="{FF2B5EF4-FFF2-40B4-BE49-F238E27FC236}">
                  <a16:creationId xmlns:a16="http://schemas.microsoft.com/office/drawing/2014/main" id="{E4E3874D-063C-D173-628E-E66102E6E3D9}"/>
                </a:ext>
              </a:extLst>
            </p:cNvPr>
            <p:cNvSpPr/>
            <p:nvPr/>
          </p:nvSpPr>
          <p:spPr>
            <a:xfrm>
              <a:off x="8020277" y="2343743"/>
              <a:ext cx="831417" cy="246264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5" name="CaixaDeTexto 304">
              <a:extLst>
                <a:ext uri="{FF2B5EF4-FFF2-40B4-BE49-F238E27FC236}">
                  <a16:creationId xmlns:a16="http://schemas.microsoft.com/office/drawing/2014/main" id="{96CEF5D0-7F47-5384-DC63-30D2C1A1A585}"/>
                </a:ext>
              </a:extLst>
            </p:cNvPr>
            <p:cNvSpPr txBox="1"/>
            <p:nvPr/>
          </p:nvSpPr>
          <p:spPr>
            <a:xfrm>
              <a:off x="8000181" y="2302038"/>
              <a:ext cx="860574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3330-01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071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F0CA-AFA7-B235-EF89-78DC3329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D47B314-2250-6945-5B5A-A27D50498091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2E5874CD-6062-D4D9-515D-419159EC6DBC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107B87A-56AA-C541-8A3C-8C898BB9DFE7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117C5B6-7C7C-F953-7A58-89825C47994E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3D69D8C-931A-5DD9-75D9-C15423565F62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8364D705-576B-DACB-2739-D651C359AAF4}"/>
              </a:ext>
            </a:extLst>
          </p:cNvPr>
          <p:cNvSpPr txBox="1"/>
          <p:nvPr/>
        </p:nvSpPr>
        <p:spPr>
          <a:xfrm>
            <a:off x="633700" y="486281"/>
            <a:ext cx="359623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LAÇO 3(TENOVA)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47BE3593-007F-0D80-30BA-37FAC4599033}"/>
              </a:ext>
            </a:extLst>
          </p:cNvPr>
          <p:cNvCxnSpPr>
            <a:cxnSpLocks/>
          </p:cNvCxnSpPr>
          <p:nvPr/>
        </p:nvCxnSpPr>
        <p:spPr>
          <a:xfrm flipV="1">
            <a:off x="5112038" y="1177643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A2C32A9A-01F8-604B-B310-4945A7FD2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54915D60-DEA3-FA73-1447-D79FC8644D7E}"/>
              </a:ext>
            </a:extLst>
          </p:cNvPr>
          <p:cNvGrpSpPr/>
          <p:nvPr/>
        </p:nvGrpSpPr>
        <p:grpSpPr>
          <a:xfrm>
            <a:off x="1438011" y="2230954"/>
            <a:ext cx="7277495" cy="4737580"/>
            <a:chOff x="432171" y="2267530"/>
            <a:chExt cx="7277495" cy="4737580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4C2D06AA-F00C-C396-FB14-24F0110EE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6275" y="3073011"/>
              <a:ext cx="4821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8C12C23F-53B3-5B9F-66AE-54A82DD99F62}"/>
                </a:ext>
              </a:extLst>
            </p:cNvPr>
            <p:cNvSpPr/>
            <p:nvPr/>
          </p:nvSpPr>
          <p:spPr>
            <a:xfrm>
              <a:off x="1861734" y="5713912"/>
              <a:ext cx="276578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2B9471DD-5B22-FA5F-F97E-890A91F933D2}"/>
                </a:ext>
              </a:extLst>
            </p:cNvPr>
            <p:cNvSpPr/>
            <p:nvPr/>
          </p:nvSpPr>
          <p:spPr>
            <a:xfrm>
              <a:off x="2892229" y="5713912"/>
              <a:ext cx="276578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7687CE1F-EB1A-2B74-DE5A-A208E069AFFB}"/>
                </a:ext>
              </a:extLst>
            </p:cNvPr>
            <p:cNvSpPr/>
            <p:nvPr/>
          </p:nvSpPr>
          <p:spPr>
            <a:xfrm>
              <a:off x="755636" y="5713912"/>
              <a:ext cx="276578" cy="122519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262B4DB4-2540-500D-63A9-B198EF1EC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147" y="4064506"/>
              <a:ext cx="32899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BCFEDE68-8283-4C1E-A08C-DCDBB21A1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32171" y="5121629"/>
              <a:ext cx="872033" cy="700838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0C8BA02A-B09C-5395-9FCF-F475792D4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542765" y="5121629"/>
              <a:ext cx="872033" cy="700838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A9872E43-3000-FF2E-55DA-D16528B7D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564144" y="5121629"/>
              <a:ext cx="872033" cy="700838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3E1F4C10-82AE-ADA2-1E76-A59451C7FF28}"/>
                </a:ext>
              </a:extLst>
            </p:cNvPr>
            <p:cNvGrpSpPr/>
            <p:nvPr/>
          </p:nvGrpSpPr>
          <p:grpSpPr>
            <a:xfrm>
              <a:off x="549244" y="4578455"/>
              <a:ext cx="686672" cy="658985"/>
              <a:chOff x="342415" y="3557834"/>
              <a:chExt cx="1220448" cy="1286801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2F831236-6F20-D9EC-6E9A-31B46CA77518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A436F47C-45F1-98FE-C631-5433B563D1F2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282E9C59-52C9-C109-0915-E1A0B089E6DA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8881FCCE-CF28-62D6-AF9C-9EA11664DFA1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22BAF1F4-9C46-D36B-E1B2-4E844D91DE17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65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46F2C5E8-517F-F2DC-0F3B-612F5A835EBB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1997432" y="3052755"/>
              <a:ext cx="23773" cy="208369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B376D859-3E26-6773-8CBB-A49C7637AC93}"/>
                </a:ext>
              </a:extLst>
            </p:cNvPr>
            <p:cNvGrpSpPr/>
            <p:nvPr/>
          </p:nvGrpSpPr>
          <p:grpSpPr>
            <a:xfrm>
              <a:off x="1654096" y="4578455"/>
              <a:ext cx="686672" cy="658985"/>
              <a:chOff x="342415" y="3557834"/>
              <a:chExt cx="1220448" cy="1286801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C25E4019-8F6B-5B1A-4ED8-ECEA4E778F1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C7A287FE-6CEC-EEED-F60A-B1EEC34D0F65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AB7220F3-7280-0AD4-4194-48457F4A420E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B32C85B0-FDDE-2B33-AB60-CC3F4DB9C6B0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196C82EA-EE13-85A9-5BC8-0A8B52F6B606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66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FE63483C-03CA-C252-51B2-95A0151320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87391" y="4064506"/>
              <a:ext cx="803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4097F964-E1FE-3DE3-9C3A-52465A781A7C}"/>
                </a:ext>
              </a:extLst>
            </p:cNvPr>
            <p:cNvGrpSpPr/>
            <p:nvPr/>
          </p:nvGrpSpPr>
          <p:grpSpPr>
            <a:xfrm>
              <a:off x="2688000" y="4578455"/>
              <a:ext cx="686672" cy="658985"/>
              <a:chOff x="342415" y="3557834"/>
              <a:chExt cx="1220448" cy="1286801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27BEC3DE-B554-925D-05F8-C856681F1529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4C402C2A-A497-29A5-8FF1-0A0A177B055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8CB2834A-87EF-553B-7CA9-BF5F9F0EF138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D9B25DAA-FF5D-E1A4-E4BE-85EFCCC79736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54EC5383-B0C3-E7AA-1177-6365FF939CCC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67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A23D8633-75F5-7385-616C-9B7397A25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06" y="3052755"/>
              <a:ext cx="4821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5D0BB327-3911-5FEF-45B8-6D1863A39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4728" y="3067815"/>
              <a:ext cx="4821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85ADFCCC-305D-6AB7-BCA9-5986A2EF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65114" y="3467144"/>
              <a:ext cx="700426" cy="711976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9BD1251D-ECA0-06E2-C662-F7FE60B5E300}"/>
                </a:ext>
              </a:extLst>
            </p:cNvPr>
            <p:cNvSpPr/>
            <p:nvPr/>
          </p:nvSpPr>
          <p:spPr>
            <a:xfrm>
              <a:off x="803660" y="4233494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064802D8-E5BA-E055-75C5-C8ACA9828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669966" y="3467144"/>
              <a:ext cx="700426" cy="711976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910B204E-A4CB-822E-344A-1BAD39EE2C3B}"/>
                </a:ext>
              </a:extLst>
            </p:cNvPr>
            <p:cNvSpPr/>
            <p:nvPr/>
          </p:nvSpPr>
          <p:spPr>
            <a:xfrm>
              <a:off x="1904903" y="4233494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730BF66C-136E-1B79-6FEF-5EA1E2DF6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730460" y="3467144"/>
              <a:ext cx="700426" cy="711976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5379D203-B40D-EE4A-98BF-16EC3C69F656}"/>
                </a:ext>
              </a:extLst>
            </p:cNvPr>
            <p:cNvSpPr/>
            <p:nvPr/>
          </p:nvSpPr>
          <p:spPr>
            <a:xfrm>
              <a:off x="2988238" y="4233494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B2B327DC-FB6E-994F-9ADD-4C6306791919}"/>
                </a:ext>
              </a:extLst>
            </p:cNvPr>
            <p:cNvSpPr/>
            <p:nvPr/>
          </p:nvSpPr>
          <p:spPr>
            <a:xfrm>
              <a:off x="808642" y="3225730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BA02F009-D3C7-BEF7-3330-02CE2254CA8F}"/>
                </a:ext>
              </a:extLst>
            </p:cNvPr>
            <p:cNvSpPr/>
            <p:nvPr/>
          </p:nvSpPr>
          <p:spPr>
            <a:xfrm>
              <a:off x="1911350" y="3212349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5AD7FF03-3F16-7126-E698-B65BDE591EC9}"/>
                </a:ext>
              </a:extLst>
            </p:cNvPr>
            <p:cNvSpPr/>
            <p:nvPr/>
          </p:nvSpPr>
          <p:spPr>
            <a:xfrm>
              <a:off x="2960338" y="3219085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EC71DBB5-9EE4-E3A4-2B30-1EA5863102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1105" y="3064755"/>
              <a:ext cx="6303882" cy="2733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87EE1A0B-E24E-AB5C-3B16-E0ED6D732CD4}"/>
                </a:ext>
              </a:extLst>
            </p:cNvPr>
            <p:cNvSpPr/>
            <p:nvPr/>
          </p:nvSpPr>
          <p:spPr>
            <a:xfrm>
              <a:off x="4947710" y="5719495"/>
              <a:ext cx="276578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8E39FC63-B71C-6E78-20D2-9D2C8C1A2D06}"/>
                </a:ext>
              </a:extLst>
            </p:cNvPr>
            <p:cNvSpPr/>
            <p:nvPr/>
          </p:nvSpPr>
          <p:spPr>
            <a:xfrm>
              <a:off x="5978109" y="5734376"/>
              <a:ext cx="276578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F420C0EB-7120-B2C0-55BC-BD94F4268729}"/>
                </a:ext>
              </a:extLst>
            </p:cNvPr>
            <p:cNvSpPr/>
            <p:nvPr/>
          </p:nvSpPr>
          <p:spPr>
            <a:xfrm>
              <a:off x="3965704" y="5719495"/>
              <a:ext cx="276578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74A418F4-3ACC-73CE-1B51-570CC44A8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624" y="4070089"/>
              <a:ext cx="32899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1AC77A00-04F1-1EB0-43AB-236208935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633376" y="5127212"/>
              <a:ext cx="872033" cy="700838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7A81D08A-F3FF-6CFB-D784-E5F38AAEE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628739" y="5127212"/>
              <a:ext cx="872033" cy="700838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075AE20D-3593-8901-A07E-C0B3EB49F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650023" y="5142092"/>
              <a:ext cx="872033" cy="700838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4B28D7FB-E0D7-F73D-D3D1-A637F5907422}"/>
                </a:ext>
              </a:extLst>
            </p:cNvPr>
            <p:cNvGrpSpPr/>
            <p:nvPr/>
          </p:nvGrpSpPr>
          <p:grpSpPr>
            <a:xfrm>
              <a:off x="3750448" y="4584038"/>
              <a:ext cx="686672" cy="658985"/>
              <a:chOff x="342415" y="3557834"/>
              <a:chExt cx="1220448" cy="1286801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0C39D7CC-5486-31C3-A2C3-80D91CC95859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AF03E7B8-FFB2-9F9B-6004-10923C6E4F4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2790BBD1-7C04-D6C2-580D-E5AA32B50426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BF17B3F9-7095-67AE-9620-762F77CC5338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7803C8AE-661E-35F2-C6BD-5DE8D1EE74DE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BEF92C89-A9BF-41F9-117E-0EC6E95AFFC6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5083407" y="3067815"/>
              <a:ext cx="14155" cy="20742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3A719886-8B90-97E0-F4D3-5F971633A8DC}"/>
                </a:ext>
              </a:extLst>
            </p:cNvPr>
            <p:cNvGrpSpPr/>
            <p:nvPr/>
          </p:nvGrpSpPr>
          <p:grpSpPr>
            <a:xfrm>
              <a:off x="4740072" y="4584039"/>
              <a:ext cx="686672" cy="615566"/>
              <a:chOff x="342415" y="3557834"/>
              <a:chExt cx="1220448" cy="1202016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4CD237AA-45CA-93D7-4135-1D249280241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3983185D-8673-22B8-2215-DAF0DFDE0F12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F9E4E8C1-C001-5912-4A6C-ABC948D98BF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22562C5C-2474-333C-226A-D847E0892BCE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8E5A9A92-61B1-9443-68E8-C1752208A911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69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F95DF623-A7CF-DCD6-2E09-E79C1307BF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3270" y="4084970"/>
              <a:ext cx="803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73C21597-1254-45BC-AC93-3DD3A6757332}"/>
                </a:ext>
              </a:extLst>
            </p:cNvPr>
            <p:cNvGrpSpPr/>
            <p:nvPr/>
          </p:nvGrpSpPr>
          <p:grpSpPr>
            <a:xfrm>
              <a:off x="5800469" y="4598920"/>
              <a:ext cx="686672" cy="615566"/>
              <a:chOff x="342415" y="3557834"/>
              <a:chExt cx="1220448" cy="1202016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0F287425-28EA-7277-55DF-387DEF5AC1B6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A312C77C-2B61-F6F5-F9FD-2936759EF92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547225D1-6C7E-2A6A-BC9A-79AF497508EA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A9FB13E3-D33A-199B-0893-37BBBF396EB0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C0B15066-5DAE-D4E0-977F-999E0AB54769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70</a:t>
                </a: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AB20F453-16E6-D615-29DD-806791D0C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0607" y="3088278"/>
              <a:ext cx="4821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64477762-9823-3C40-B1BE-6AAE5E122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748590" y="3472727"/>
              <a:ext cx="700426" cy="711976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1E94F016-662E-BF22-2482-6755AF2C5588}"/>
                </a:ext>
              </a:extLst>
            </p:cNvPr>
            <p:cNvSpPr/>
            <p:nvPr/>
          </p:nvSpPr>
          <p:spPr>
            <a:xfrm>
              <a:off x="3991876" y="4239077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628E5084-ABDD-348A-C30B-0C5164795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755940" y="3472727"/>
              <a:ext cx="700426" cy="711976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37B0A782-A798-A079-CE10-05550B3795B7}"/>
                </a:ext>
              </a:extLst>
            </p:cNvPr>
            <p:cNvSpPr/>
            <p:nvPr/>
          </p:nvSpPr>
          <p:spPr>
            <a:xfrm>
              <a:off x="4982013" y="4239077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6730D311-6A20-2ED4-C210-2DC19C0BB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816338" y="3487608"/>
              <a:ext cx="700426" cy="711976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0D21D79B-5C16-831C-1966-6DA7DCD67BA2}"/>
                </a:ext>
              </a:extLst>
            </p:cNvPr>
            <p:cNvSpPr/>
            <p:nvPr/>
          </p:nvSpPr>
          <p:spPr>
            <a:xfrm>
              <a:off x="6065252" y="4253957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A4490971-DB48-9DFA-8B6B-6CA2BF59F3C5}"/>
                </a:ext>
              </a:extLst>
            </p:cNvPr>
            <p:cNvSpPr/>
            <p:nvPr/>
          </p:nvSpPr>
          <p:spPr>
            <a:xfrm>
              <a:off x="3992119" y="3231313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CEB3F978-C53F-3BD1-19B5-50D9A4D08A4B}"/>
                </a:ext>
              </a:extLst>
            </p:cNvPr>
            <p:cNvSpPr/>
            <p:nvPr/>
          </p:nvSpPr>
          <p:spPr>
            <a:xfrm>
              <a:off x="4988461" y="3217932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5C664B41-3F7C-D067-5A9E-756B8937368F}"/>
                </a:ext>
              </a:extLst>
            </p:cNvPr>
            <p:cNvSpPr/>
            <p:nvPr/>
          </p:nvSpPr>
          <p:spPr>
            <a:xfrm>
              <a:off x="6046217" y="3239548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D8C68743-255A-49AB-F621-3245AB2F276E}"/>
                </a:ext>
              </a:extLst>
            </p:cNvPr>
            <p:cNvSpPr/>
            <p:nvPr/>
          </p:nvSpPr>
          <p:spPr>
            <a:xfrm>
              <a:off x="7025407" y="5734376"/>
              <a:ext cx="276578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3DCECA7A-8E17-F909-1098-D2A028F66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697322" y="5142092"/>
              <a:ext cx="872033" cy="700838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9BF2A76C-9A2B-3741-D58E-6A86AB788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2841" y="4084970"/>
              <a:ext cx="803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589268A8-F9A8-A7C9-35DE-6748ECDE6CBC}"/>
                </a:ext>
              </a:extLst>
            </p:cNvPr>
            <p:cNvGrpSpPr/>
            <p:nvPr/>
          </p:nvGrpSpPr>
          <p:grpSpPr>
            <a:xfrm>
              <a:off x="6847768" y="4598920"/>
              <a:ext cx="686672" cy="615566"/>
              <a:chOff x="342415" y="3557834"/>
              <a:chExt cx="1220448" cy="1202016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BCB1DCE5-62BB-0F1D-E8C5-61BD3007A2F5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ADA92490-0232-3595-0C7A-77DD405E5904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B8ECC6BF-5B2B-1453-263A-75EBAA3D035B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DA4266DD-B3D8-E596-4437-0A18D34AFD8E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19A76F94-599D-7BF1-A0EB-D81B95C3B3AE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80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7CF83203-FF18-0090-14EB-64691C454E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7906" y="3088278"/>
              <a:ext cx="4821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87496820-5E8F-3F2A-1AFC-6927F27D6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854774" y="3487608"/>
              <a:ext cx="700426" cy="711976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94E8B28B-1823-BA03-EF84-DF5D9BBEA000}"/>
                </a:ext>
              </a:extLst>
            </p:cNvPr>
            <p:cNvSpPr/>
            <p:nvPr/>
          </p:nvSpPr>
          <p:spPr>
            <a:xfrm>
              <a:off x="7094823" y="4253957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94A7B489-59EB-9078-CCFD-007C5282C9D2}"/>
                </a:ext>
              </a:extLst>
            </p:cNvPr>
            <p:cNvSpPr/>
            <p:nvPr/>
          </p:nvSpPr>
          <p:spPr>
            <a:xfrm>
              <a:off x="7093516" y="3239548"/>
              <a:ext cx="213368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F6D16B1-40B2-A184-9B79-DEF54CA9FC33}"/>
                </a:ext>
              </a:extLst>
            </p:cNvPr>
            <p:cNvSpPr/>
            <p:nvPr/>
          </p:nvSpPr>
          <p:spPr>
            <a:xfrm>
              <a:off x="480416" y="2719586"/>
              <a:ext cx="4140261" cy="4274529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474F929A-95AB-E1F1-5F9C-BB802E1730BA}"/>
                </a:ext>
              </a:extLst>
            </p:cNvPr>
            <p:cNvSpPr/>
            <p:nvPr/>
          </p:nvSpPr>
          <p:spPr>
            <a:xfrm>
              <a:off x="4719958" y="2719586"/>
              <a:ext cx="1866643" cy="4274529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AE703BDF-AD3F-A829-944F-1719C3A97CA8}"/>
                </a:ext>
              </a:extLst>
            </p:cNvPr>
            <p:cNvSpPr/>
            <p:nvPr/>
          </p:nvSpPr>
          <p:spPr>
            <a:xfrm>
              <a:off x="5415391" y="2325206"/>
              <a:ext cx="985002" cy="266421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38AD96D2-476E-190E-AC25-C2C50C59A86C}"/>
                </a:ext>
              </a:extLst>
            </p:cNvPr>
            <p:cNvSpPr txBox="1"/>
            <p:nvPr/>
          </p:nvSpPr>
          <p:spPr>
            <a:xfrm>
              <a:off x="5395464" y="2284734"/>
              <a:ext cx="100935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3340-14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263E37-57A6-3124-3951-D934AB53490A}"/>
                </a:ext>
              </a:extLst>
            </p:cNvPr>
            <p:cNvSpPr/>
            <p:nvPr/>
          </p:nvSpPr>
          <p:spPr>
            <a:xfrm>
              <a:off x="2123602" y="2355492"/>
              <a:ext cx="985002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EB007CC-7085-066E-54BF-6F9321222FAD}"/>
                </a:ext>
              </a:extLst>
            </p:cNvPr>
            <p:cNvSpPr txBox="1"/>
            <p:nvPr/>
          </p:nvSpPr>
          <p:spPr>
            <a:xfrm>
              <a:off x="2138311" y="2340870"/>
              <a:ext cx="914079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3340-13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09F395C4-66A8-293F-51AC-868D15C60DAC}"/>
                </a:ext>
              </a:extLst>
            </p:cNvPr>
            <p:cNvSpPr/>
            <p:nvPr/>
          </p:nvSpPr>
          <p:spPr>
            <a:xfrm>
              <a:off x="6712486" y="2291429"/>
              <a:ext cx="985002" cy="266421"/>
            </a:xfrm>
            <a:prstGeom prst="roundRect">
              <a:avLst>
                <a:gd name="adj" fmla="val 50000"/>
              </a:avLst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80B911E7-BF31-CE60-C810-5DC769930C1F}"/>
                </a:ext>
              </a:extLst>
            </p:cNvPr>
            <p:cNvSpPr/>
            <p:nvPr/>
          </p:nvSpPr>
          <p:spPr>
            <a:xfrm>
              <a:off x="6744175" y="2730581"/>
              <a:ext cx="839042" cy="4274529"/>
            </a:xfrm>
            <a:prstGeom prst="rect">
              <a:avLst/>
            </a:prstGeom>
            <a:noFill/>
            <a:ln w="38100">
              <a:solidFill>
                <a:srgbClr val="FF339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8CAD25EB-2EB7-D859-A791-84ECAEC24A6D}"/>
                </a:ext>
              </a:extLst>
            </p:cNvPr>
            <p:cNvSpPr txBox="1"/>
            <p:nvPr/>
          </p:nvSpPr>
          <p:spPr>
            <a:xfrm>
              <a:off x="6700308" y="2267530"/>
              <a:ext cx="1009358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3330-02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185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26D9-0BFD-9D98-C35A-688D1241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4CDBDEA-5CF4-A9C2-6103-3A759C4D3297}"/>
              </a:ext>
            </a:extLst>
          </p:cNvPr>
          <p:cNvSpPr/>
          <p:nvPr/>
        </p:nvSpPr>
        <p:spPr>
          <a:xfrm>
            <a:off x="465083" y="388496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B6444CA5-1B2C-A48B-D96D-DA9F604BC17C}"/>
              </a:ext>
            </a:extLst>
          </p:cNvPr>
          <p:cNvSpPr/>
          <p:nvPr/>
        </p:nvSpPr>
        <p:spPr>
          <a:xfrm>
            <a:off x="574010" y="53696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02C2B148-6F4B-8B94-1EF7-EC1BB957FDE4}"/>
              </a:ext>
            </a:extLst>
          </p:cNvPr>
          <p:cNvSpPr/>
          <p:nvPr/>
        </p:nvSpPr>
        <p:spPr>
          <a:xfrm>
            <a:off x="582203" y="88837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22D8A7F-F596-F3F9-D6B0-28DCAA8A7476}"/>
              </a:ext>
            </a:extLst>
          </p:cNvPr>
          <p:cNvSpPr txBox="1"/>
          <p:nvPr/>
        </p:nvSpPr>
        <p:spPr>
          <a:xfrm>
            <a:off x="817233" y="54586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BFE07D5-85C6-7DA7-8B80-9E7FDFD99375}"/>
              </a:ext>
            </a:extLst>
          </p:cNvPr>
          <p:cNvSpPr txBox="1"/>
          <p:nvPr/>
        </p:nvSpPr>
        <p:spPr>
          <a:xfrm>
            <a:off x="824222" y="90316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F856182-8D3F-9F7C-9445-05E443A3F7B9}"/>
              </a:ext>
            </a:extLst>
          </p:cNvPr>
          <p:cNvSpPr/>
          <p:nvPr/>
        </p:nvSpPr>
        <p:spPr>
          <a:xfrm>
            <a:off x="574010" y="1570675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13BA96B-5F07-088E-51AF-0687AE7B9CD1}"/>
              </a:ext>
            </a:extLst>
          </p:cNvPr>
          <p:cNvSpPr/>
          <p:nvPr/>
        </p:nvSpPr>
        <p:spPr>
          <a:xfrm>
            <a:off x="574010" y="1968426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A87667-7DF0-E8AF-5C41-107E83B2A6EF}"/>
              </a:ext>
            </a:extLst>
          </p:cNvPr>
          <p:cNvSpPr txBox="1"/>
          <p:nvPr/>
        </p:nvSpPr>
        <p:spPr>
          <a:xfrm>
            <a:off x="793132" y="15986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DE471E-F8A7-42F4-BCBA-BFAB89FD298D}"/>
              </a:ext>
            </a:extLst>
          </p:cNvPr>
          <p:cNvSpPr txBox="1"/>
          <p:nvPr/>
        </p:nvSpPr>
        <p:spPr>
          <a:xfrm>
            <a:off x="797987" y="19797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6D0F5DB-CB22-69E3-6C25-A32189961601}"/>
              </a:ext>
            </a:extLst>
          </p:cNvPr>
          <p:cNvCxnSpPr>
            <a:stCxn id="8" idx="1"/>
            <a:endCxn id="8" idx="5"/>
          </p:cNvCxnSpPr>
          <p:nvPr/>
        </p:nvCxnSpPr>
        <p:spPr>
          <a:xfrm>
            <a:off x="608376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501F1A2-6A2A-03B1-D1AE-66A85BEB0E97}"/>
              </a:ext>
            </a:extLst>
          </p:cNvPr>
          <p:cNvCxnSpPr>
            <a:stCxn id="8" idx="3"/>
            <a:endCxn id="8" idx="7"/>
          </p:cNvCxnSpPr>
          <p:nvPr/>
        </p:nvCxnSpPr>
        <p:spPr>
          <a:xfrm flipV="1">
            <a:off x="608376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0911A330-50A3-3FCA-2A4C-896E4145148F}"/>
              </a:ext>
            </a:extLst>
          </p:cNvPr>
          <p:cNvSpPr/>
          <p:nvPr/>
        </p:nvSpPr>
        <p:spPr>
          <a:xfrm>
            <a:off x="586462" y="1228915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B67D82-950B-FCA9-1D40-4429302B956C}"/>
              </a:ext>
            </a:extLst>
          </p:cNvPr>
          <p:cNvSpPr txBox="1"/>
          <p:nvPr/>
        </p:nvSpPr>
        <p:spPr>
          <a:xfrm>
            <a:off x="824222" y="1241354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C288708-4EB9-399B-6ABF-B10330A1413E}"/>
              </a:ext>
            </a:extLst>
          </p:cNvPr>
          <p:cNvSpPr/>
          <p:nvPr/>
        </p:nvSpPr>
        <p:spPr>
          <a:xfrm>
            <a:off x="2029153" y="388496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5F83230-8FE2-1136-9327-699EFC4D1145}"/>
              </a:ext>
            </a:extLst>
          </p:cNvPr>
          <p:cNvSpPr/>
          <p:nvPr/>
        </p:nvSpPr>
        <p:spPr>
          <a:xfrm>
            <a:off x="2138080" y="53696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1B292A5-78A8-D8D3-0550-AE0799FA5866}"/>
              </a:ext>
            </a:extLst>
          </p:cNvPr>
          <p:cNvSpPr/>
          <p:nvPr/>
        </p:nvSpPr>
        <p:spPr>
          <a:xfrm>
            <a:off x="2146273" y="88837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C346A55-E324-9222-CDCF-38B87F744C7D}"/>
              </a:ext>
            </a:extLst>
          </p:cNvPr>
          <p:cNvSpPr txBox="1"/>
          <p:nvPr/>
        </p:nvSpPr>
        <p:spPr>
          <a:xfrm>
            <a:off x="2381303" y="54586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8729132-6678-9FEC-C483-C603FEE681A2}"/>
              </a:ext>
            </a:extLst>
          </p:cNvPr>
          <p:cNvSpPr txBox="1"/>
          <p:nvPr/>
        </p:nvSpPr>
        <p:spPr>
          <a:xfrm>
            <a:off x="2388292" y="90316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41587C7-7F26-8061-787E-18E005FF99E6}"/>
              </a:ext>
            </a:extLst>
          </p:cNvPr>
          <p:cNvSpPr/>
          <p:nvPr/>
        </p:nvSpPr>
        <p:spPr>
          <a:xfrm>
            <a:off x="2138080" y="1570675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92B8BE2-61FB-430A-8B9D-3A4A86B67EDF}"/>
              </a:ext>
            </a:extLst>
          </p:cNvPr>
          <p:cNvSpPr/>
          <p:nvPr/>
        </p:nvSpPr>
        <p:spPr>
          <a:xfrm>
            <a:off x="2138080" y="1968426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638912C-898B-531F-E523-431E9DEB9B8A}"/>
              </a:ext>
            </a:extLst>
          </p:cNvPr>
          <p:cNvSpPr txBox="1"/>
          <p:nvPr/>
        </p:nvSpPr>
        <p:spPr>
          <a:xfrm>
            <a:off x="2357202" y="15986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5A6C824-07B6-BA7F-DB35-1BC8C9E01189}"/>
              </a:ext>
            </a:extLst>
          </p:cNvPr>
          <p:cNvSpPr txBox="1"/>
          <p:nvPr/>
        </p:nvSpPr>
        <p:spPr>
          <a:xfrm>
            <a:off x="2362057" y="19797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F85AB4D-3831-6326-D02C-BCAC91177B8C}"/>
              </a:ext>
            </a:extLst>
          </p:cNvPr>
          <p:cNvCxnSpPr>
            <a:stCxn id="27" idx="1"/>
            <a:endCxn id="27" idx="5"/>
          </p:cNvCxnSpPr>
          <p:nvPr/>
        </p:nvCxnSpPr>
        <p:spPr>
          <a:xfrm>
            <a:off x="2172446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9C537EA2-0D09-2A03-3DB4-970B616E5E74}"/>
              </a:ext>
            </a:extLst>
          </p:cNvPr>
          <p:cNvCxnSpPr>
            <a:stCxn id="27" idx="3"/>
            <a:endCxn id="27" idx="7"/>
          </p:cNvCxnSpPr>
          <p:nvPr/>
        </p:nvCxnSpPr>
        <p:spPr>
          <a:xfrm flipV="1">
            <a:off x="2172446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A4BA0C5F-4CE2-97D6-66A5-6FDBB48ED5CF}"/>
              </a:ext>
            </a:extLst>
          </p:cNvPr>
          <p:cNvSpPr/>
          <p:nvPr/>
        </p:nvSpPr>
        <p:spPr>
          <a:xfrm>
            <a:off x="2150532" y="1228915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6227ADF-B241-C0F5-2D5F-00F1B8509FD7}"/>
              </a:ext>
            </a:extLst>
          </p:cNvPr>
          <p:cNvSpPr txBox="1"/>
          <p:nvPr/>
        </p:nvSpPr>
        <p:spPr>
          <a:xfrm>
            <a:off x="2388292" y="1241354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89093BF-04D0-FFB9-69E8-57F2F49F6B21}"/>
              </a:ext>
            </a:extLst>
          </p:cNvPr>
          <p:cNvSpPr/>
          <p:nvPr/>
        </p:nvSpPr>
        <p:spPr>
          <a:xfrm>
            <a:off x="3602882" y="388496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52A52A2-A3CC-0B7F-99DA-478D6220CA3B}"/>
              </a:ext>
            </a:extLst>
          </p:cNvPr>
          <p:cNvSpPr/>
          <p:nvPr/>
        </p:nvSpPr>
        <p:spPr>
          <a:xfrm>
            <a:off x="3711809" y="53696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D406553E-E5A0-609B-14E5-94F865486277}"/>
              </a:ext>
            </a:extLst>
          </p:cNvPr>
          <p:cNvSpPr/>
          <p:nvPr/>
        </p:nvSpPr>
        <p:spPr>
          <a:xfrm>
            <a:off x="3720002" y="88837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5B1B5E3-016D-37F9-8B85-E2C142406246}"/>
              </a:ext>
            </a:extLst>
          </p:cNvPr>
          <p:cNvSpPr txBox="1"/>
          <p:nvPr/>
        </p:nvSpPr>
        <p:spPr>
          <a:xfrm>
            <a:off x="3955032" y="54586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19C6BD8-0494-06CF-82D3-E5B3A97A35EF}"/>
              </a:ext>
            </a:extLst>
          </p:cNvPr>
          <p:cNvSpPr txBox="1"/>
          <p:nvPr/>
        </p:nvSpPr>
        <p:spPr>
          <a:xfrm>
            <a:off x="3962021" y="90316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D790D07-A901-3A6C-AB56-2B22E6EF965D}"/>
              </a:ext>
            </a:extLst>
          </p:cNvPr>
          <p:cNvSpPr/>
          <p:nvPr/>
        </p:nvSpPr>
        <p:spPr>
          <a:xfrm>
            <a:off x="3711809" y="1570675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7AA54060-CAD7-803F-0281-F88ACBF4ADAF}"/>
              </a:ext>
            </a:extLst>
          </p:cNvPr>
          <p:cNvSpPr/>
          <p:nvPr/>
        </p:nvSpPr>
        <p:spPr>
          <a:xfrm>
            <a:off x="3711809" y="1968426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8C8C435-3254-261F-B43D-E3021864E79B}"/>
              </a:ext>
            </a:extLst>
          </p:cNvPr>
          <p:cNvSpPr txBox="1"/>
          <p:nvPr/>
        </p:nvSpPr>
        <p:spPr>
          <a:xfrm>
            <a:off x="3930931" y="15986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5450C46-7715-0033-5F2D-CDF91C83779F}"/>
              </a:ext>
            </a:extLst>
          </p:cNvPr>
          <p:cNvSpPr txBox="1"/>
          <p:nvPr/>
        </p:nvSpPr>
        <p:spPr>
          <a:xfrm>
            <a:off x="3935786" y="19797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B1BD081B-CB02-53EA-3C3D-EC904F122577}"/>
              </a:ext>
            </a:extLst>
          </p:cNvPr>
          <p:cNvCxnSpPr>
            <a:stCxn id="41" idx="1"/>
            <a:endCxn id="41" idx="5"/>
          </p:cNvCxnSpPr>
          <p:nvPr/>
        </p:nvCxnSpPr>
        <p:spPr>
          <a:xfrm>
            <a:off x="3746175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7BE48DD8-28CB-CB24-5495-AD7EDA4E290F}"/>
              </a:ext>
            </a:extLst>
          </p:cNvPr>
          <p:cNvCxnSpPr>
            <a:stCxn id="41" idx="3"/>
            <a:endCxn id="41" idx="7"/>
          </p:cNvCxnSpPr>
          <p:nvPr/>
        </p:nvCxnSpPr>
        <p:spPr>
          <a:xfrm flipV="1">
            <a:off x="3746175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ipse 45">
            <a:extLst>
              <a:ext uri="{FF2B5EF4-FFF2-40B4-BE49-F238E27FC236}">
                <a16:creationId xmlns:a16="http://schemas.microsoft.com/office/drawing/2014/main" id="{839C986F-0AFC-81C1-AF2B-9E6927BF3A6A}"/>
              </a:ext>
            </a:extLst>
          </p:cNvPr>
          <p:cNvSpPr/>
          <p:nvPr/>
        </p:nvSpPr>
        <p:spPr>
          <a:xfrm>
            <a:off x="3724261" y="1228915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8B7B8C5-4BB5-D941-5656-DF062F5F4178}"/>
              </a:ext>
            </a:extLst>
          </p:cNvPr>
          <p:cNvSpPr txBox="1"/>
          <p:nvPr/>
        </p:nvSpPr>
        <p:spPr>
          <a:xfrm>
            <a:off x="3962021" y="1241354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9FB783A3-3C3F-1AE8-FAB7-358203CB4B2B}"/>
              </a:ext>
            </a:extLst>
          </p:cNvPr>
          <p:cNvSpPr/>
          <p:nvPr/>
        </p:nvSpPr>
        <p:spPr>
          <a:xfrm>
            <a:off x="5166952" y="388496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F217C176-D090-2C22-51C1-A0A58069ABB5}"/>
              </a:ext>
            </a:extLst>
          </p:cNvPr>
          <p:cNvSpPr/>
          <p:nvPr/>
        </p:nvSpPr>
        <p:spPr>
          <a:xfrm>
            <a:off x="5275879" y="53696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8CFB433C-626E-22BC-CC6E-5E0D22728867}"/>
              </a:ext>
            </a:extLst>
          </p:cNvPr>
          <p:cNvSpPr/>
          <p:nvPr/>
        </p:nvSpPr>
        <p:spPr>
          <a:xfrm>
            <a:off x="5284072" y="88837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E73B41C7-E34C-A252-E70D-01D42B6CA099}"/>
              </a:ext>
            </a:extLst>
          </p:cNvPr>
          <p:cNvSpPr txBox="1"/>
          <p:nvPr/>
        </p:nvSpPr>
        <p:spPr>
          <a:xfrm>
            <a:off x="5519102" y="54586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CB4C82B-C69D-DE2A-A010-AC28C639E27E}"/>
              </a:ext>
            </a:extLst>
          </p:cNvPr>
          <p:cNvSpPr txBox="1"/>
          <p:nvPr/>
        </p:nvSpPr>
        <p:spPr>
          <a:xfrm>
            <a:off x="5526091" y="90316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1592E5CD-27F8-DC0E-B556-5C1643393F86}"/>
              </a:ext>
            </a:extLst>
          </p:cNvPr>
          <p:cNvSpPr/>
          <p:nvPr/>
        </p:nvSpPr>
        <p:spPr>
          <a:xfrm>
            <a:off x="5275879" y="1570675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03508D59-A673-97FF-AA08-F978FA35BF9A}"/>
              </a:ext>
            </a:extLst>
          </p:cNvPr>
          <p:cNvSpPr/>
          <p:nvPr/>
        </p:nvSpPr>
        <p:spPr>
          <a:xfrm>
            <a:off x="5275879" y="1968426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0032572-E80E-B018-2871-722E589EECD9}"/>
              </a:ext>
            </a:extLst>
          </p:cNvPr>
          <p:cNvSpPr txBox="1"/>
          <p:nvPr/>
        </p:nvSpPr>
        <p:spPr>
          <a:xfrm>
            <a:off x="5495001" y="15986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FD85BEB3-96AD-10D5-8C24-D96E2948179A}"/>
              </a:ext>
            </a:extLst>
          </p:cNvPr>
          <p:cNvSpPr txBox="1"/>
          <p:nvPr/>
        </p:nvSpPr>
        <p:spPr>
          <a:xfrm>
            <a:off x="5499856" y="197976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F81E56C-5F3A-A1BE-779B-3D0E3305C55F}"/>
              </a:ext>
            </a:extLst>
          </p:cNvPr>
          <p:cNvCxnSpPr>
            <a:stCxn id="57" idx="1"/>
            <a:endCxn id="57" idx="5"/>
          </p:cNvCxnSpPr>
          <p:nvPr/>
        </p:nvCxnSpPr>
        <p:spPr>
          <a:xfrm>
            <a:off x="5310245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17BE7BDF-7049-1845-B79E-986B3DBC9186}"/>
              </a:ext>
            </a:extLst>
          </p:cNvPr>
          <p:cNvCxnSpPr>
            <a:stCxn id="57" idx="3"/>
            <a:endCxn id="57" idx="7"/>
          </p:cNvCxnSpPr>
          <p:nvPr/>
        </p:nvCxnSpPr>
        <p:spPr>
          <a:xfrm flipV="1">
            <a:off x="5310245" y="2003420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B2666CE0-1BD7-7E15-5093-3DD22A98E6D7}"/>
              </a:ext>
            </a:extLst>
          </p:cNvPr>
          <p:cNvSpPr/>
          <p:nvPr/>
        </p:nvSpPr>
        <p:spPr>
          <a:xfrm>
            <a:off x="5288331" y="1228915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46A5183C-0AF0-FFD0-82E5-88A4F1FA7055}"/>
              </a:ext>
            </a:extLst>
          </p:cNvPr>
          <p:cNvSpPr txBox="1"/>
          <p:nvPr/>
        </p:nvSpPr>
        <p:spPr>
          <a:xfrm>
            <a:off x="5526091" y="1241354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5A15350-DDB6-1174-E90D-40B4015FD314}"/>
              </a:ext>
            </a:extLst>
          </p:cNvPr>
          <p:cNvSpPr/>
          <p:nvPr/>
        </p:nvSpPr>
        <p:spPr>
          <a:xfrm>
            <a:off x="515263" y="2530994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C2910E6-5402-F608-E088-EE1650D23A0C}"/>
              </a:ext>
            </a:extLst>
          </p:cNvPr>
          <p:cNvSpPr/>
          <p:nvPr/>
        </p:nvSpPr>
        <p:spPr>
          <a:xfrm>
            <a:off x="624190" y="2679460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C04FB665-2A8E-871E-35A4-5D7EEEB04010}"/>
              </a:ext>
            </a:extLst>
          </p:cNvPr>
          <p:cNvSpPr/>
          <p:nvPr/>
        </p:nvSpPr>
        <p:spPr>
          <a:xfrm>
            <a:off x="632383" y="3030870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C3DE4557-AD7E-DDED-011C-CF7CDD44DB9B}"/>
              </a:ext>
            </a:extLst>
          </p:cNvPr>
          <p:cNvSpPr txBox="1"/>
          <p:nvPr/>
        </p:nvSpPr>
        <p:spPr>
          <a:xfrm>
            <a:off x="867413" y="2688358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763381B-A900-02AB-99D8-7CFC8585DDF7}"/>
              </a:ext>
            </a:extLst>
          </p:cNvPr>
          <p:cNvSpPr txBox="1"/>
          <p:nvPr/>
        </p:nvSpPr>
        <p:spPr>
          <a:xfrm>
            <a:off x="874402" y="3045666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14CD5E43-EC20-1A42-B7C7-705E9641BDE3}"/>
              </a:ext>
            </a:extLst>
          </p:cNvPr>
          <p:cNvSpPr/>
          <p:nvPr/>
        </p:nvSpPr>
        <p:spPr>
          <a:xfrm>
            <a:off x="624190" y="3713173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8AC38C9C-1ABE-BFA6-C7AF-4ACBC166ED4F}"/>
              </a:ext>
            </a:extLst>
          </p:cNvPr>
          <p:cNvSpPr/>
          <p:nvPr/>
        </p:nvSpPr>
        <p:spPr>
          <a:xfrm>
            <a:off x="624190" y="4110924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7EC919C4-6A95-54FE-AE31-E4FEE3B5692C}"/>
              </a:ext>
            </a:extLst>
          </p:cNvPr>
          <p:cNvSpPr txBox="1"/>
          <p:nvPr/>
        </p:nvSpPr>
        <p:spPr>
          <a:xfrm>
            <a:off x="843312" y="3741160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0AA2D19D-1789-BB06-EF46-99F85AE19F80}"/>
              </a:ext>
            </a:extLst>
          </p:cNvPr>
          <p:cNvSpPr txBox="1"/>
          <p:nvPr/>
        </p:nvSpPr>
        <p:spPr>
          <a:xfrm>
            <a:off x="848167" y="4122260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BC70039F-E47C-CF1C-4009-2694762D7362}"/>
              </a:ext>
            </a:extLst>
          </p:cNvPr>
          <p:cNvCxnSpPr>
            <a:stCxn id="79" idx="1"/>
            <a:endCxn id="79" idx="5"/>
          </p:cNvCxnSpPr>
          <p:nvPr/>
        </p:nvCxnSpPr>
        <p:spPr>
          <a:xfrm>
            <a:off x="658556" y="4145918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to 159">
            <a:extLst>
              <a:ext uri="{FF2B5EF4-FFF2-40B4-BE49-F238E27FC236}">
                <a16:creationId xmlns:a16="http://schemas.microsoft.com/office/drawing/2014/main" id="{89A2B1B4-F1B9-8688-80EC-745244548E7E}"/>
              </a:ext>
            </a:extLst>
          </p:cNvPr>
          <p:cNvCxnSpPr>
            <a:stCxn id="79" idx="3"/>
            <a:endCxn id="79" idx="7"/>
          </p:cNvCxnSpPr>
          <p:nvPr/>
        </p:nvCxnSpPr>
        <p:spPr>
          <a:xfrm flipV="1">
            <a:off x="658556" y="4145918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Elipse 160">
            <a:extLst>
              <a:ext uri="{FF2B5EF4-FFF2-40B4-BE49-F238E27FC236}">
                <a16:creationId xmlns:a16="http://schemas.microsoft.com/office/drawing/2014/main" id="{3FCD082C-4820-6771-6D15-8FD6FDD97CD1}"/>
              </a:ext>
            </a:extLst>
          </p:cNvPr>
          <p:cNvSpPr/>
          <p:nvPr/>
        </p:nvSpPr>
        <p:spPr>
          <a:xfrm>
            <a:off x="636642" y="3371413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20F3F6AD-80BF-1F5F-E0F7-7A673B725065}"/>
              </a:ext>
            </a:extLst>
          </p:cNvPr>
          <p:cNvSpPr txBox="1"/>
          <p:nvPr/>
        </p:nvSpPr>
        <p:spPr>
          <a:xfrm>
            <a:off x="874402" y="338385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163" name="Retângulo: Cantos Arredondados 162">
            <a:extLst>
              <a:ext uri="{FF2B5EF4-FFF2-40B4-BE49-F238E27FC236}">
                <a16:creationId xmlns:a16="http://schemas.microsoft.com/office/drawing/2014/main" id="{41483662-CCC2-805B-BEA1-1FD99FCC933D}"/>
              </a:ext>
            </a:extLst>
          </p:cNvPr>
          <p:cNvSpPr/>
          <p:nvPr/>
        </p:nvSpPr>
        <p:spPr>
          <a:xfrm>
            <a:off x="2079333" y="2530994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4" name="Elipse 163">
            <a:extLst>
              <a:ext uri="{FF2B5EF4-FFF2-40B4-BE49-F238E27FC236}">
                <a16:creationId xmlns:a16="http://schemas.microsoft.com/office/drawing/2014/main" id="{C1102E94-0415-A50E-6842-8E6BB46E2EF6}"/>
              </a:ext>
            </a:extLst>
          </p:cNvPr>
          <p:cNvSpPr/>
          <p:nvPr/>
        </p:nvSpPr>
        <p:spPr>
          <a:xfrm>
            <a:off x="2188260" y="2679460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5" name="Elipse 164">
            <a:extLst>
              <a:ext uri="{FF2B5EF4-FFF2-40B4-BE49-F238E27FC236}">
                <a16:creationId xmlns:a16="http://schemas.microsoft.com/office/drawing/2014/main" id="{FC9E0DF0-8522-6ED7-3205-242C138E7E44}"/>
              </a:ext>
            </a:extLst>
          </p:cNvPr>
          <p:cNvSpPr/>
          <p:nvPr/>
        </p:nvSpPr>
        <p:spPr>
          <a:xfrm>
            <a:off x="2196453" y="3030870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31C33FCC-F0ED-8C97-AF84-2ADFFE70A54A}"/>
              </a:ext>
            </a:extLst>
          </p:cNvPr>
          <p:cNvSpPr txBox="1"/>
          <p:nvPr/>
        </p:nvSpPr>
        <p:spPr>
          <a:xfrm>
            <a:off x="2431483" y="2688358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FCE4E94-FB2E-7745-E2C7-DD39D7E8B1E5}"/>
              </a:ext>
            </a:extLst>
          </p:cNvPr>
          <p:cNvSpPr txBox="1"/>
          <p:nvPr/>
        </p:nvSpPr>
        <p:spPr>
          <a:xfrm>
            <a:off x="2438472" y="3045666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168" name="Elipse 167">
            <a:extLst>
              <a:ext uri="{FF2B5EF4-FFF2-40B4-BE49-F238E27FC236}">
                <a16:creationId xmlns:a16="http://schemas.microsoft.com/office/drawing/2014/main" id="{2DE1BF40-B89F-9940-543B-D810EEF3251B}"/>
              </a:ext>
            </a:extLst>
          </p:cNvPr>
          <p:cNvSpPr/>
          <p:nvPr/>
        </p:nvSpPr>
        <p:spPr>
          <a:xfrm>
            <a:off x="2188260" y="3713173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E3543097-7DD0-96C9-E86E-9FF9D4988358}"/>
              </a:ext>
            </a:extLst>
          </p:cNvPr>
          <p:cNvSpPr/>
          <p:nvPr/>
        </p:nvSpPr>
        <p:spPr>
          <a:xfrm>
            <a:off x="2188260" y="4110924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146B7D9D-FCA1-4F4C-23CC-F6388AD85FA9}"/>
              </a:ext>
            </a:extLst>
          </p:cNvPr>
          <p:cNvSpPr txBox="1"/>
          <p:nvPr/>
        </p:nvSpPr>
        <p:spPr>
          <a:xfrm>
            <a:off x="2407382" y="3741160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79E4C1D9-DB39-07A9-0FBD-1FB88C70DFD4}"/>
              </a:ext>
            </a:extLst>
          </p:cNvPr>
          <p:cNvSpPr txBox="1"/>
          <p:nvPr/>
        </p:nvSpPr>
        <p:spPr>
          <a:xfrm>
            <a:off x="2412237" y="4122260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172" name="Conector reto 171">
            <a:extLst>
              <a:ext uri="{FF2B5EF4-FFF2-40B4-BE49-F238E27FC236}">
                <a16:creationId xmlns:a16="http://schemas.microsoft.com/office/drawing/2014/main" id="{72FE0624-97D3-CAC0-B5C2-D4D41AF9A096}"/>
              </a:ext>
            </a:extLst>
          </p:cNvPr>
          <p:cNvCxnSpPr>
            <a:stCxn id="169" idx="1"/>
            <a:endCxn id="169" idx="5"/>
          </p:cNvCxnSpPr>
          <p:nvPr/>
        </p:nvCxnSpPr>
        <p:spPr>
          <a:xfrm>
            <a:off x="2222626" y="4145918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to 172">
            <a:extLst>
              <a:ext uri="{FF2B5EF4-FFF2-40B4-BE49-F238E27FC236}">
                <a16:creationId xmlns:a16="http://schemas.microsoft.com/office/drawing/2014/main" id="{1C88A1D6-F010-8493-816B-11E4F8057216}"/>
              </a:ext>
            </a:extLst>
          </p:cNvPr>
          <p:cNvCxnSpPr>
            <a:stCxn id="169" idx="3"/>
            <a:endCxn id="169" idx="7"/>
          </p:cNvCxnSpPr>
          <p:nvPr/>
        </p:nvCxnSpPr>
        <p:spPr>
          <a:xfrm flipV="1">
            <a:off x="2222626" y="4145918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Elipse 173">
            <a:extLst>
              <a:ext uri="{FF2B5EF4-FFF2-40B4-BE49-F238E27FC236}">
                <a16:creationId xmlns:a16="http://schemas.microsoft.com/office/drawing/2014/main" id="{0F81E06E-0864-49FE-110E-225AEE852927}"/>
              </a:ext>
            </a:extLst>
          </p:cNvPr>
          <p:cNvSpPr/>
          <p:nvPr/>
        </p:nvSpPr>
        <p:spPr>
          <a:xfrm>
            <a:off x="2200712" y="3371413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85A14849-5B39-6DC8-0F5F-E9664C7DA9A7}"/>
              </a:ext>
            </a:extLst>
          </p:cNvPr>
          <p:cNvSpPr txBox="1"/>
          <p:nvPr/>
        </p:nvSpPr>
        <p:spPr>
          <a:xfrm>
            <a:off x="2438472" y="3383852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176" name="Retângulo: Cantos Arredondados 175">
            <a:extLst>
              <a:ext uri="{FF2B5EF4-FFF2-40B4-BE49-F238E27FC236}">
                <a16:creationId xmlns:a16="http://schemas.microsoft.com/office/drawing/2014/main" id="{D96AF2BE-CDED-E29F-09BB-7873F4E5109B}"/>
              </a:ext>
            </a:extLst>
          </p:cNvPr>
          <p:cNvSpPr/>
          <p:nvPr/>
        </p:nvSpPr>
        <p:spPr>
          <a:xfrm>
            <a:off x="3711809" y="2514343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77" name="Elipse 176">
            <a:extLst>
              <a:ext uri="{FF2B5EF4-FFF2-40B4-BE49-F238E27FC236}">
                <a16:creationId xmlns:a16="http://schemas.microsoft.com/office/drawing/2014/main" id="{D6755B15-ACF1-CCF0-9CB0-6837E6BE65D4}"/>
              </a:ext>
            </a:extLst>
          </p:cNvPr>
          <p:cNvSpPr/>
          <p:nvPr/>
        </p:nvSpPr>
        <p:spPr>
          <a:xfrm>
            <a:off x="3820736" y="2662809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BA8F3FBE-8A4E-575D-1A86-AA544C94DD05}"/>
              </a:ext>
            </a:extLst>
          </p:cNvPr>
          <p:cNvSpPr/>
          <p:nvPr/>
        </p:nvSpPr>
        <p:spPr>
          <a:xfrm>
            <a:off x="3828929" y="3014219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C7E50F9B-297C-C9DB-D85D-7155849569A9}"/>
              </a:ext>
            </a:extLst>
          </p:cNvPr>
          <p:cNvSpPr txBox="1"/>
          <p:nvPr/>
        </p:nvSpPr>
        <p:spPr>
          <a:xfrm>
            <a:off x="4063959" y="2671707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C397D7FF-E351-E985-0C32-3229D0AAB803}"/>
              </a:ext>
            </a:extLst>
          </p:cNvPr>
          <p:cNvSpPr txBox="1"/>
          <p:nvPr/>
        </p:nvSpPr>
        <p:spPr>
          <a:xfrm>
            <a:off x="4070948" y="3029015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181" name="Elipse 180">
            <a:extLst>
              <a:ext uri="{FF2B5EF4-FFF2-40B4-BE49-F238E27FC236}">
                <a16:creationId xmlns:a16="http://schemas.microsoft.com/office/drawing/2014/main" id="{BCA34FBD-380D-B4A7-0BF7-8DA120CA23C4}"/>
              </a:ext>
            </a:extLst>
          </p:cNvPr>
          <p:cNvSpPr/>
          <p:nvPr/>
        </p:nvSpPr>
        <p:spPr>
          <a:xfrm>
            <a:off x="3820736" y="3696522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82" name="Elipse 181">
            <a:extLst>
              <a:ext uri="{FF2B5EF4-FFF2-40B4-BE49-F238E27FC236}">
                <a16:creationId xmlns:a16="http://schemas.microsoft.com/office/drawing/2014/main" id="{6F5F69BE-B8E7-96E1-0014-D54294782962}"/>
              </a:ext>
            </a:extLst>
          </p:cNvPr>
          <p:cNvSpPr/>
          <p:nvPr/>
        </p:nvSpPr>
        <p:spPr>
          <a:xfrm>
            <a:off x="3820736" y="4094273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6FA3B07E-B4F6-D6FC-9D96-3A32FED4064D}"/>
              </a:ext>
            </a:extLst>
          </p:cNvPr>
          <p:cNvSpPr txBox="1"/>
          <p:nvPr/>
        </p:nvSpPr>
        <p:spPr>
          <a:xfrm>
            <a:off x="4039858" y="372450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D3E65537-AA8C-95C0-5D9E-56FE8276CA30}"/>
              </a:ext>
            </a:extLst>
          </p:cNvPr>
          <p:cNvSpPr txBox="1"/>
          <p:nvPr/>
        </p:nvSpPr>
        <p:spPr>
          <a:xfrm>
            <a:off x="4044713" y="410560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198" name="Conector reto 197">
            <a:extLst>
              <a:ext uri="{FF2B5EF4-FFF2-40B4-BE49-F238E27FC236}">
                <a16:creationId xmlns:a16="http://schemas.microsoft.com/office/drawing/2014/main" id="{4753BE6B-7ED3-A842-4F93-CDA078F8781C}"/>
              </a:ext>
            </a:extLst>
          </p:cNvPr>
          <p:cNvCxnSpPr>
            <a:stCxn id="182" idx="1"/>
            <a:endCxn id="182" idx="5"/>
          </p:cNvCxnSpPr>
          <p:nvPr/>
        </p:nvCxnSpPr>
        <p:spPr>
          <a:xfrm>
            <a:off x="3855102" y="4129267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to 198">
            <a:extLst>
              <a:ext uri="{FF2B5EF4-FFF2-40B4-BE49-F238E27FC236}">
                <a16:creationId xmlns:a16="http://schemas.microsoft.com/office/drawing/2014/main" id="{0D0AAD6C-9FE0-6F31-C138-1177F461F8D5}"/>
              </a:ext>
            </a:extLst>
          </p:cNvPr>
          <p:cNvCxnSpPr>
            <a:stCxn id="182" idx="3"/>
            <a:endCxn id="182" idx="7"/>
          </p:cNvCxnSpPr>
          <p:nvPr/>
        </p:nvCxnSpPr>
        <p:spPr>
          <a:xfrm flipV="1">
            <a:off x="3855102" y="4129267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Elipse 199">
            <a:extLst>
              <a:ext uri="{FF2B5EF4-FFF2-40B4-BE49-F238E27FC236}">
                <a16:creationId xmlns:a16="http://schemas.microsoft.com/office/drawing/2014/main" id="{180C7F78-BBAC-B70C-70FA-90036D9E5FB1}"/>
              </a:ext>
            </a:extLst>
          </p:cNvPr>
          <p:cNvSpPr/>
          <p:nvPr/>
        </p:nvSpPr>
        <p:spPr>
          <a:xfrm>
            <a:off x="3833188" y="3354762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D201E847-86EE-4B01-C3F6-9C31CE15302D}"/>
              </a:ext>
            </a:extLst>
          </p:cNvPr>
          <p:cNvSpPr txBox="1"/>
          <p:nvPr/>
        </p:nvSpPr>
        <p:spPr>
          <a:xfrm>
            <a:off x="4070948" y="33672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04" name="Retângulo: Cantos Arredondados 203">
            <a:extLst>
              <a:ext uri="{FF2B5EF4-FFF2-40B4-BE49-F238E27FC236}">
                <a16:creationId xmlns:a16="http://schemas.microsoft.com/office/drawing/2014/main" id="{CC72E2D3-9A99-BCAD-2F1C-A43558754AFE}"/>
              </a:ext>
            </a:extLst>
          </p:cNvPr>
          <p:cNvSpPr/>
          <p:nvPr/>
        </p:nvSpPr>
        <p:spPr>
          <a:xfrm>
            <a:off x="5275879" y="2514343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05" name="Elipse 204">
            <a:extLst>
              <a:ext uri="{FF2B5EF4-FFF2-40B4-BE49-F238E27FC236}">
                <a16:creationId xmlns:a16="http://schemas.microsoft.com/office/drawing/2014/main" id="{3E9D4814-CFFE-B12B-9A7A-777C1CED2364}"/>
              </a:ext>
            </a:extLst>
          </p:cNvPr>
          <p:cNvSpPr/>
          <p:nvPr/>
        </p:nvSpPr>
        <p:spPr>
          <a:xfrm>
            <a:off x="5384806" y="2662809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7302531A-E465-D301-F40E-9233BB939580}"/>
              </a:ext>
            </a:extLst>
          </p:cNvPr>
          <p:cNvSpPr/>
          <p:nvPr/>
        </p:nvSpPr>
        <p:spPr>
          <a:xfrm>
            <a:off x="5392999" y="3014219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07" name="CaixaDeTexto 206">
            <a:extLst>
              <a:ext uri="{FF2B5EF4-FFF2-40B4-BE49-F238E27FC236}">
                <a16:creationId xmlns:a16="http://schemas.microsoft.com/office/drawing/2014/main" id="{D411CFC4-0E9B-8E8E-E837-D6A4833B1BD2}"/>
              </a:ext>
            </a:extLst>
          </p:cNvPr>
          <p:cNvSpPr txBox="1"/>
          <p:nvPr/>
        </p:nvSpPr>
        <p:spPr>
          <a:xfrm>
            <a:off x="5628029" y="2671707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3DD2C784-8880-DF45-F425-17767EDB99BA}"/>
              </a:ext>
            </a:extLst>
          </p:cNvPr>
          <p:cNvSpPr txBox="1"/>
          <p:nvPr/>
        </p:nvSpPr>
        <p:spPr>
          <a:xfrm>
            <a:off x="5635018" y="3029015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09" name="Elipse 208">
            <a:extLst>
              <a:ext uri="{FF2B5EF4-FFF2-40B4-BE49-F238E27FC236}">
                <a16:creationId xmlns:a16="http://schemas.microsoft.com/office/drawing/2014/main" id="{AFDEEFDC-0881-2AE1-F7D8-B908F8626F7E}"/>
              </a:ext>
            </a:extLst>
          </p:cNvPr>
          <p:cNvSpPr/>
          <p:nvPr/>
        </p:nvSpPr>
        <p:spPr>
          <a:xfrm>
            <a:off x="5384806" y="3696522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10" name="Elipse 209">
            <a:extLst>
              <a:ext uri="{FF2B5EF4-FFF2-40B4-BE49-F238E27FC236}">
                <a16:creationId xmlns:a16="http://schemas.microsoft.com/office/drawing/2014/main" id="{10005443-66FA-989C-A706-0DAEFFB896D5}"/>
              </a:ext>
            </a:extLst>
          </p:cNvPr>
          <p:cNvSpPr/>
          <p:nvPr/>
        </p:nvSpPr>
        <p:spPr>
          <a:xfrm>
            <a:off x="5384806" y="4094273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3D011C53-B18C-D898-76F0-EA6134A580B2}"/>
              </a:ext>
            </a:extLst>
          </p:cNvPr>
          <p:cNvSpPr txBox="1"/>
          <p:nvPr/>
        </p:nvSpPr>
        <p:spPr>
          <a:xfrm>
            <a:off x="5603928" y="372450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53F4FE2C-097A-2919-BF4C-FA3646FD7B07}"/>
              </a:ext>
            </a:extLst>
          </p:cNvPr>
          <p:cNvSpPr txBox="1"/>
          <p:nvPr/>
        </p:nvSpPr>
        <p:spPr>
          <a:xfrm>
            <a:off x="5608783" y="410560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213" name="Conector reto 212">
            <a:extLst>
              <a:ext uri="{FF2B5EF4-FFF2-40B4-BE49-F238E27FC236}">
                <a16:creationId xmlns:a16="http://schemas.microsoft.com/office/drawing/2014/main" id="{7C6B0B1F-714A-376C-FCBD-F90CBD7E4CA5}"/>
              </a:ext>
            </a:extLst>
          </p:cNvPr>
          <p:cNvCxnSpPr>
            <a:stCxn id="210" idx="1"/>
            <a:endCxn id="210" idx="5"/>
          </p:cNvCxnSpPr>
          <p:nvPr/>
        </p:nvCxnSpPr>
        <p:spPr>
          <a:xfrm>
            <a:off x="5419172" y="4129267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to 213">
            <a:extLst>
              <a:ext uri="{FF2B5EF4-FFF2-40B4-BE49-F238E27FC236}">
                <a16:creationId xmlns:a16="http://schemas.microsoft.com/office/drawing/2014/main" id="{23FE9568-5013-BA84-F0FE-7E37BC7757AB}"/>
              </a:ext>
            </a:extLst>
          </p:cNvPr>
          <p:cNvCxnSpPr>
            <a:stCxn id="210" idx="3"/>
            <a:endCxn id="210" idx="7"/>
          </p:cNvCxnSpPr>
          <p:nvPr/>
        </p:nvCxnSpPr>
        <p:spPr>
          <a:xfrm flipV="1">
            <a:off x="5419172" y="4129267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Elipse 214">
            <a:extLst>
              <a:ext uri="{FF2B5EF4-FFF2-40B4-BE49-F238E27FC236}">
                <a16:creationId xmlns:a16="http://schemas.microsoft.com/office/drawing/2014/main" id="{4607F64F-5D49-DD84-8D87-6424E4451C14}"/>
              </a:ext>
            </a:extLst>
          </p:cNvPr>
          <p:cNvSpPr/>
          <p:nvPr/>
        </p:nvSpPr>
        <p:spPr>
          <a:xfrm>
            <a:off x="5397258" y="3354762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0EDF4DD4-68D0-98F7-2504-BE94902C053A}"/>
              </a:ext>
            </a:extLst>
          </p:cNvPr>
          <p:cNvSpPr txBox="1"/>
          <p:nvPr/>
        </p:nvSpPr>
        <p:spPr>
          <a:xfrm>
            <a:off x="5635018" y="33672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17" name="Retângulo: Cantos Arredondados 216">
            <a:extLst>
              <a:ext uri="{FF2B5EF4-FFF2-40B4-BE49-F238E27FC236}">
                <a16:creationId xmlns:a16="http://schemas.microsoft.com/office/drawing/2014/main" id="{E5E81524-B13B-542A-D371-2990937773C0}"/>
              </a:ext>
            </a:extLst>
          </p:cNvPr>
          <p:cNvSpPr/>
          <p:nvPr/>
        </p:nvSpPr>
        <p:spPr>
          <a:xfrm>
            <a:off x="424562" y="4733727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18" name="Elipse 217">
            <a:extLst>
              <a:ext uri="{FF2B5EF4-FFF2-40B4-BE49-F238E27FC236}">
                <a16:creationId xmlns:a16="http://schemas.microsoft.com/office/drawing/2014/main" id="{DC245087-C12A-42E3-8BD9-76B610A987B1}"/>
              </a:ext>
            </a:extLst>
          </p:cNvPr>
          <p:cNvSpPr/>
          <p:nvPr/>
        </p:nvSpPr>
        <p:spPr>
          <a:xfrm>
            <a:off x="533489" y="4882193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19" name="Elipse 218">
            <a:extLst>
              <a:ext uri="{FF2B5EF4-FFF2-40B4-BE49-F238E27FC236}">
                <a16:creationId xmlns:a16="http://schemas.microsoft.com/office/drawing/2014/main" id="{599CEE00-8C08-8C68-15F1-668FC96892B5}"/>
              </a:ext>
            </a:extLst>
          </p:cNvPr>
          <p:cNvSpPr/>
          <p:nvPr/>
        </p:nvSpPr>
        <p:spPr>
          <a:xfrm>
            <a:off x="541682" y="5233603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20" name="CaixaDeTexto 219">
            <a:extLst>
              <a:ext uri="{FF2B5EF4-FFF2-40B4-BE49-F238E27FC236}">
                <a16:creationId xmlns:a16="http://schemas.microsoft.com/office/drawing/2014/main" id="{33A35C49-DB94-320F-187E-03A0584C98A4}"/>
              </a:ext>
            </a:extLst>
          </p:cNvPr>
          <p:cNvSpPr txBox="1"/>
          <p:nvPr/>
        </p:nvSpPr>
        <p:spPr>
          <a:xfrm>
            <a:off x="776712" y="4891091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21" name="CaixaDeTexto 220">
            <a:extLst>
              <a:ext uri="{FF2B5EF4-FFF2-40B4-BE49-F238E27FC236}">
                <a16:creationId xmlns:a16="http://schemas.microsoft.com/office/drawing/2014/main" id="{0808F490-54F7-20BB-D58B-AED3A1928BE1}"/>
              </a:ext>
            </a:extLst>
          </p:cNvPr>
          <p:cNvSpPr txBox="1"/>
          <p:nvPr/>
        </p:nvSpPr>
        <p:spPr>
          <a:xfrm>
            <a:off x="783701" y="524839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22" name="Elipse 221">
            <a:extLst>
              <a:ext uri="{FF2B5EF4-FFF2-40B4-BE49-F238E27FC236}">
                <a16:creationId xmlns:a16="http://schemas.microsoft.com/office/drawing/2014/main" id="{82EDA9F0-DECC-57B9-70ED-EBAC860FA420}"/>
              </a:ext>
            </a:extLst>
          </p:cNvPr>
          <p:cNvSpPr/>
          <p:nvPr/>
        </p:nvSpPr>
        <p:spPr>
          <a:xfrm>
            <a:off x="533489" y="5915906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23" name="Elipse 222">
            <a:extLst>
              <a:ext uri="{FF2B5EF4-FFF2-40B4-BE49-F238E27FC236}">
                <a16:creationId xmlns:a16="http://schemas.microsoft.com/office/drawing/2014/main" id="{799F8EAF-8400-C2E7-D3AC-4FD0E69F46D3}"/>
              </a:ext>
            </a:extLst>
          </p:cNvPr>
          <p:cNvSpPr/>
          <p:nvPr/>
        </p:nvSpPr>
        <p:spPr>
          <a:xfrm>
            <a:off x="533489" y="6313657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24" name="CaixaDeTexto 223">
            <a:extLst>
              <a:ext uri="{FF2B5EF4-FFF2-40B4-BE49-F238E27FC236}">
                <a16:creationId xmlns:a16="http://schemas.microsoft.com/office/drawing/2014/main" id="{3F0433B3-EA62-EAFF-A102-7DFD34B87CF2}"/>
              </a:ext>
            </a:extLst>
          </p:cNvPr>
          <p:cNvSpPr txBox="1"/>
          <p:nvPr/>
        </p:nvSpPr>
        <p:spPr>
          <a:xfrm>
            <a:off x="752611" y="59438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25" name="CaixaDeTexto 224">
            <a:extLst>
              <a:ext uri="{FF2B5EF4-FFF2-40B4-BE49-F238E27FC236}">
                <a16:creationId xmlns:a16="http://schemas.microsoft.com/office/drawing/2014/main" id="{FAEB4B90-570C-6065-1E04-9B5D69A0D8DD}"/>
              </a:ext>
            </a:extLst>
          </p:cNvPr>
          <p:cNvSpPr txBox="1"/>
          <p:nvPr/>
        </p:nvSpPr>
        <p:spPr>
          <a:xfrm>
            <a:off x="757466" y="63249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226" name="Conector reto 225">
            <a:extLst>
              <a:ext uri="{FF2B5EF4-FFF2-40B4-BE49-F238E27FC236}">
                <a16:creationId xmlns:a16="http://schemas.microsoft.com/office/drawing/2014/main" id="{055B84D6-38E0-4DB3-AD12-E1647D845381}"/>
              </a:ext>
            </a:extLst>
          </p:cNvPr>
          <p:cNvCxnSpPr>
            <a:stCxn id="223" idx="1"/>
            <a:endCxn id="223" idx="5"/>
          </p:cNvCxnSpPr>
          <p:nvPr/>
        </p:nvCxnSpPr>
        <p:spPr>
          <a:xfrm>
            <a:off x="567855" y="6348651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ector reto 226">
            <a:extLst>
              <a:ext uri="{FF2B5EF4-FFF2-40B4-BE49-F238E27FC236}">
                <a16:creationId xmlns:a16="http://schemas.microsoft.com/office/drawing/2014/main" id="{956331C2-3A80-C6DB-CE2F-A9070D0FD559}"/>
              </a:ext>
            </a:extLst>
          </p:cNvPr>
          <p:cNvCxnSpPr>
            <a:stCxn id="223" idx="3"/>
            <a:endCxn id="223" idx="7"/>
          </p:cNvCxnSpPr>
          <p:nvPr/>
        </p:nvCxnSpPr>
        <p:spPr>
          <a:xfrm flipV="1">
            <a:off x="567855" y="6348651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Elipse 227">
            <a:extLst>
              <a:ext uri="{FF2B5EF4-FFF2-40B4-BE49-F238E27FC236}">
                <a16:creationId xmlns:a16="http://schemas.microsoft.com/office/drawing/2014/main" id="{70BC0A13-5354-3601-1868-19FED1238085}"/>
              </a:ext>
            </a:extLst>
          </p:cNvPr>
          <p:cNvSpPr/>
          <p:nvPr/>
        </p:nvSpPr>
        <p:spPr>
          <a:xfrm>
            <a:off x="545941" y="5574146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29" name="CaixaDeTexto 228">
            <a:extLst>
              <a:ext uri="{FF2B5EF4-FFF2-40B4-BE49-F238E27FC236}">
                <a16:creationId xmlns:a16="http://schemas.microsoft.com/office/drawing/2014/main" id="{DC179789-22E4-FCC3-A08E-1DCC20B9C671}"/>
              </a:ext>
            </a:extLst>
          </p:cNvPr>
          <p:cNvSpPr txBox="1"/>
          <p:nvPr/>
        </p:nvSpPr>
        <p:spPr>
          <a:xfrm>
            <a:off x="783701" y="5586585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30" name="Retângulo: Cantos Arredondados 229">
            <a:extLst>
              <a:ext uri="{FF2B5EF4-FFF2-40B4-BE49-F238E27FC236}">
                <a16:creationId xmlns:a16="http://schemas.microsoft.com/office/drawing/2014/main" id="{22357244-413A-C513-7849-40500616C3AA}"/>
              </a:ext>
            </a:extLst>
          </p:cNvPr>
          <p:cNvSpPr/>
          <p:nvPr/>
        </p:nvSpPr>
        <p:spPr>
          <a:xfrm>
            <a:off x="1988632" y="4733727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1" name="Elipse 230">
            <a:extLst>
              <a:ext uri="{FF2B5EF4-FFF2-40B4-BE49-F238E27FC236}">
                <a16:creationId xmlns:a16="http://schemas.microsoft.com/office/drawing/2014/main" id="{D2CA1A19-A86E-26B9-B455-DE2C7E70BAB2}"/>
              </a:ext>
            </a:extLst>
          </p:cNvPr>
          <p:cNvSpPr/>
          <p:nvPr/>
        </p:nvSpPr>
        <p:spPr>
          <a:xfrm>
            <a:off x="2097559" y="4882193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2" name="Elipse 231">
            <a:extLst>
              <a:ext uri="{FF2B5EF4-FFF2-40B4-BE49-F238E27FC236}">
                <a16:creationId xmlns:a16="http://schemas.microsoft.com/office/drawing/2014/main" id="{4EBF363C-E533-33B7-9ED4-0E105BF8FABF}"/>
              </a:ext>
            </a:extLst>
          </p:cNvPr>
          <p:cNvSpPr/>
          <p:nvPr/>
        </p:nvSpPr>
        <p:spPr>
          <a:xfrm>
            <a:off x="2105752" y="5233603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3" name="CaixaDeTexto 232">
            <a:extLst>
              <a:ext uri="{FF2B5EF4-FFF2-40B4-BE49-F238E27FC236}">
                <a16:creationId xmlns:a16="http://schemas.microsoft.com/office/drawing/2014/main" id="{0005330B-20E4-B421-C4B4-C9057FC5A22A}"/>
              </a:ext>
            </a:extLst>
          </p:cNvPr>
          <p:cNvSpPr txBox="1"/>
          <p:nvPr/>
        </p:nvSpPr>
        <p:spPr>
          <a:xfrm>
            <a:off x="2340782" y="4891091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34" name="CaixaDeTexto 233">
            <a:extLst>
              <a:ext uri="{FF2B5EF4-FFF2-40B4-BE49-F238E27FC236}">
                <a16:creationId xmlns:a16="http://schemas.microsoft.com/office/drawing/2014/main" id="{E9038CE5-D1A2-2DA6-8535-06ED34776ACE}"/>
              </a:ext>
            </a:extLst>
          </p:cNvPr>
          <p:cNvSpPr txBox="1"/>
          <p:nvPr/>
        </p:nvSpPr>
        <p:spPr>
          <a:xfrm>
            <a:off x="2347771" y="5248399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35" name="Elipse 234">
            <a:extLst>
              <a:ext uri="{FF2B5EF4-FFF2-40B4-BE49-F238E27FC236}">
                <a16:creationId xmlns:a16="http://schemas.microsoft.com/office/drawing/2014/main" id="{79F107FE-8DAF-B154-6D3D-82E08EAE076D}"/>
              </a:ext>
            </a:extLst>
          </p:cNvPr>
          <p:cNvSpPr/>
          <p:nvPr/>
        </p:nvSpPr>
        <p:spPr>
          <a:xfrm>
            <a:off x="2097559" y="5915906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49B8AE4C-E2E4-45AE-1105-24A536C8CEDF}"/>
              </a:ext>
            </a:extLst>
          </p:cNvPr>
          <p:cNvSpPr/>
          <p:nvPr/>
        </p:nvSpPr>
        <p:spPr>
          <a:xfrm>
            <a:off x="2097559" y="6313657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37" name="CaixaDeTexto 236">
            <a:extLst>
              <a:ext uri="{FF2B5EF4-FFF2-40B4-BE49-F238E27FC236}">
                <a16:creationId xmlns:a16="http://schemas.microsoft.com/office/drawing/2014/main" id="{4842A4B3-7CEC-3034-D054-BE8795430A9A}"/>
              </a:ext>
            </a:extLst>
          </p:cNvPr>
          <p:cNvSpPr txBox="1"/>
          <p:nvPr/>
        </p:nvSpPr>
        <p:spPr>
          <a:xfrm>
            <a:off x="2316681" y="59438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38" name="CaixaDeTexto 237">
            <a:extLst>
              <a:ext uri="{FF2B5EF4-FFF2-40B4-BE49-F238E27FC236}">
                <a16:creationId xmlns:a16="http://schemas.microsoft.com/office/drawing/2014/main" id="{839F1930-C59F-466F-1DB5-930BDDAC0DE4}"/>
              </a:ext>
            </a:extLst>
          </p:cNvPr>
          <p:cNvSpPr txBox="1"/>
          <p:nvPr/>
        </p:nvSpPr>
        <p:spPr>
          <a:xfrm>
            <a:off x="2321536" y="63249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239" name="Conector reto 238">
            <a:extLst>
              <a:ext uri="{FF2B5EF4-FFF2-40B4-BE49-F238E27FC236}">
                <a16:creationId xmlns:a16="http://schemas.microsoft.com/office/drawing/2014/main" id="{6E260CAD-EC52-9A4A-557B-0F0EA5924B2E}"/>
              </a:ext>
            </a:extLst>
          </p:cNvPr>
          <p:cNvCxnSpPr>
            <a:stCxn id="236" idx="1"/>
            <a:endCxn id="236" idx="5"/>
          </p:cNvCxnSpPr>
          <p:nvPr/>
        </p:nvCxnSpPr>
        <p:spPr>
          <a:xfrm>
            <a:off x="2131925" y="6348651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ector reto 239">
            <a:extLst>
              <a:ext uri="{FF2B5EF4-FFF2-40B4-BE49-F238E27FC236}">
                <a16:creationId xmlns:a16="http://schemas.microsoft.com/office/drawing/2014/main" id="{FDE04566-55EE-3346-260B-197DFAD1BDE6}"/>
              </a:ext>
            </a:extLst>
          </p:cNvPr>
          <p:cNvCxnSpPr>
            <a:stCxn id="236" idx="3"/>
            <a:endCxn id="236" idx="7"/>
          </p:cNvCxnSpPr>
          <p:nvPr/>
        </p:nvCxnSpPr>
        <p:spPr>
          <a:xfrm flipV="1">
            <a:off x="2131925" y="6348651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Elipse 240">
            <a:extLst>
              <a:ext uri="{FF2B5EF4-FFF2-40B4-BE49-F238E27FC236}">
                <a16:creationId xmlns:a16="http://schemas.microsoft.com/office/drawing/2014/main" id="{5612C23F-DE37-F5EC-0D47-5328EE956FD2}"/>
              </a:ext>
            </a:extLst>
          </p:cNvPr>
          <p:cNvSpPr/>
          <p:nvPr/>
        </p:nvSpPr>
        <p:spPr>
          <a:xfrm>
            <a:off x="2110011" y="5574146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2" name="CaixaDeTexto 241">
            <a:extLst>
              <a:ext uri="{FF2B5EF4-FFF2-40B4-BE49-F238E27FC236}">
                <a16:creationId xmlns:a16="http://schemas.microsoft.com/office/drawing/2014/main" id="{DB40B693-C448-3AC6-B4E5-7C5B95D342D7}"/>
              </a:ext>
            </a:extLst>
          </p:cNvPr>
          <p:cNvSpPr txBox="1"/>
          <p:nvPr/>
        </p:nvSpPr>
        <p:spPr>
          <a:xfrm>
            <a:off x="2347771" y="5586585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43" name="Retângulo: Cantos Arredondados 242">
            <a:extLst>
              <a:ext uri="{FF2B5EF4-FFF2-40B4-BE49-F238E27FC236}">
                <a16:creationId xmlns:a16="http://schemas.microsoft.com/office/drawing/2014/main" id="{B0C1AD34-8605-6951-8332-1CAFD8BB9B09}"/>
              </a:ext>
            </a:extLst>
          </p:cNvPr>
          <p:cNvSpPr/>
          <p:nvPr/>
        </p:nvSpPr>
        <p:spPr>
          <a:xfrm>
            <a:off x="3711809" y="4721535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BD33FE37-2ECA-5CBD-E70D-42C0CA319F9F}"/>
              </a:ext>
            </a:extLst>
          </p:cNvPr>
          <p:cNvSpPr/>
          <p:nvPr/>
        </p:nvSpPr>
        <p:spPr>
          <a:xfrm>
            <a:off x="3820736" y="4870001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9F762A79-C56B-70FD-AAC0-D3AF081CF5E4}"/>
              </a:ext>
            </a:extLst>
          </p:cNvPr>
          <p:cNvSpPr/>
          <p:nvPr/>
        </p:nvSpPr>
        <p:spPr>
          <a:xfrm>
            <a:off x="3828929" y="5221411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6" name="CaixaDeTexto 245">
            <a:extLst>
              <a:ext uri="{FF2B5EF4-FFF2-40B4-BE49-F238E27FC236}">
                <a16:creationId xmlns:a16="http://schemas.microsoft.com/office/drawing/2014/main" id="{0CEB1317-FDBD-9541-6314-562B4B3130F5}"/>
              </a:ext>
            </a:extLst>
          </p:cNvPr>
          <p:cNvSpPr txBox="1"/>
          <p:nvPr/>
        </p:nvSpPr>
        <p:spPr>
          <a:xfrm>
            <a:off x="4063959" y="4878899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47" name="CaixaDeTexto 246">
            <a:extLst>
              <a:ext uri="{FF2B5EF4-FFF2-40B4-BE49-F238E27FC236}">
                <a16:creationId xmlns:a16="http://schemas.microsoft.com/office/drawing/2014/main" id="{E7CEAA68-8A5D-C93B-9895-0D5060DC7D1F}"/>
              </a:ext>
            </a:extLst>
          </p:cNvPr>
          <p:cNvSpPr txBox="1"/>
          <p:nvPr/>
        </p:nvSpPr>
        <p:spPr>
          <a:xfrm>
            <a:off x="4070948" y="5236207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48" name="Elipse 247">
            <a:extLst>
              <a:ext uri="{FF2B5EF4-FFF2-40B4-BE49-F238E27FC236}">
                <a16:creationId xmlns:a16="http://schemas.microsoft.com/office/drawing/2014/main" id="{DBA87DDD-CBD0-0786-60FF-F1BB8748C7BC}"/>
              </a:ext>
            </a:extLst>
          </p:cNvPr>
          <p:cNvSpPr/>
          <p:nvPr/>
        </p:nvSpPr>
        <p:spPr>
          <a:xfrm>
            <a:off x="3820736" y="5903714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49" name="Elipse 248">
            <a:extLst>
              <a:ext uri="{FF2B5EF4-FFF2-40B4-BE49-F238E27FC236}">
                <a16:creationId xmlns:a16="http://schemas.microsoft.com/office/drawing/2014/main" id="{4D3DF40D-DF8B-41CD-664C-159DA4237032}"/>
              </a:ext>
            </a:extLst>
          </p:cNvPr>
          <p:cNvSpPr/>
          <p:nvPr/>
        </p:nvSpPr>
        <p:spPr>
          <a:xfrm>
            <a:off x="3820736" y="6301465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50" name="CaixaDeTexto 249">
            <a:extLst>
              <a:ext uri="{FF2B5EF4-FFF2-40B4-BE49-F238E27FC236}">
                <a16:creationId xmlns:a16="http://schemas.microsoft.com/office/drawing/2014/main" id="{36A38005-8900-8917-00DE-F61A015B58E8}"/>
              </a:ext>
            </a:extLst>
          </p:cNvPr>
          <p:cNvSpPr txBox="1"/>
          <p:nvPr/>
        </p:nvSpPr>
        <p:spPr>
          <a:xfrm>
            <a:off x="4039858" y="59317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51" name="CaixaDeTexto 250">
            <a:extLst>
              <a:ext uri="{FF2B5EF4-FFF2-40B4-BE49-F238E27FC236}">
                <a16:creationId xmlns:a16="http://schemas.microsoft.com/office/drawing/2014/main" id="{26CFD342-FF0A-00CE-3504-FAA6582349BB}"/>
              </a:ext>
            </a:extLst>
          </p:cNvPr>
          <p:cNvSpPr txBox="1"/>
          <p:nvPr/>
        </p:nvSpPr>
        <p:spPr>
          <a:xfrm>
            <a:off x="4044713" y="63128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252" name="Conector reto 251">
            <a:extLst>
              <a:ext uri="{FF2B5EF4-FFF2-40B4-BE49-F238E27FC236}">
                <a16:creationId xmlns:a16="http://schemas.microsoft.com/office/drawing/2014/main" id="{12FCAE48-C892-914C-7E78-A7D1865E0838}"/>
              </a:ext>
            </a:extLst>
          </p:cNvPr>
          <p:cNvCxnSpPr>
            <a:stCxn id="249" idx="1"/>
            <a:endCxn id="249" idx="5"/>
          </p:cNvCxnSpPr>
          <p:nvPr/>
        </p:nvCxnSpPr>
        <p:spPr>
          <a:xfrm>
            <a:off x="3855102" y="6336459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ector reto 252">
            <a:extLst>
              <a:ext uri="{FF2B5EF4-FFF2-40B4-BE49-F238E27FC236}">
                <a16:creationId xmlns:a16="http://schemas.microsoft.com/office/drawing/2014/main" id="{1A1C1CEF-BD62-6C3C-16CC-6A357D1A9B57}"/>
              </a:ext>
            </a:extLst>
          </p:cNvPr>
          <p:cNvCxnSpPr>
            <a:stCxn id="249" idx="3"/>
            <a:endCxn id="249" idx="7"/>
          </p:cNvCxnSpPr>
          <p:nvPr/>
        </p:nvCxnSpPr>
        <p:spPr>
          <a:xfrm flipV="1">
            <a:off x="3855102" y="6336459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Elipse 253">
            <a:extLst>
              <a:ext uri="{FF2B5EF4-FFF2-40B4-BE49-F238E27FC236}">
                <a16:creationId xmlns:a16="http://schemas.microsoft.com/office/drawing/2014/main" id="{D27557CD-03F9-C5C4-B101-DB6F37032921}"/>
              </a:ext>
            </a:extLst>
          </p:cNvPr>
          <p:cNvSpPr/>
          <p:nvPr/>
        </p:nvSpPr>
        <p:spPr>
          <a:xfrm>
            <a:off x="3833188" y="5561954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55" name="CaixaDeTexto 254">
            <a:extLst>
              <a:ext uri="{FF2B5EF4-FFF2-40B4-BE49-F238E27FC236}">
                <a16:creationId xmlns:a16="http://schemas.microsoft.com/office/drawing/2014/main" id="{8CF0E18D-7BA2-480E-0D2B-3F1EDC4B9361}"/>
              </a:ext>
            </a:extLst>
          </p:cNvPr>
          <p:cNvSpPr txBox="1"/>
          <p:nvPr/>
        </p:nvSpPr>
        <p:spPr>
          <a:xfrm>
            <a:off x="4070948" y="55743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  <p:sp>
        <p:nvSpPr>
          <p:cNvPr id="256" name="Retângulo: Cantos Arredondados 255">
            <a:extLst>
              <a:ext uri="{FF2B5EF4-FFF2-40B4-BE49-F238E27FC236}">
                <a16:creationId xmlns:a16="http://schemas.microsoft.com/office/drawing/2014/main" id="{25A94A53-5D57-EA0A-D2E0-713B477F07D0}"/>
              </a:ext>
            </a:extLst>
          </p:cNvPr>
          <p:cNvSpPr/>
          <p:nvPr/>
        </p:nvSpPr>
        <p:spPr>
          <a:xfrm>
            <a:off x="5275879" y="4721535"/>
            <a:ext cx="1523549" cy="19851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57" name="Elipse 256">
            <a:extLst>
              <a:ext uri="{FF2B5EF4-FFF2-40B4-BE49-F238E27FC236}">
                <a16:creationId xmlns:a16="http://schemas.microsoft.com/office/drawing/2014/main" id="{0FFC3513-7E62-1D78-2CEF-68AB5B002331}"/>
              </a:ext>
            </a:extLst>
          </p:cNvPr>
          <p:cNvSpPr/>
          <p:nvPr/>
        </p:nvSpPr>
        <p:spPr>
          <a:xfrm>
            <a:off x="5384806" y="4870001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58" name="Elipse 257">
            <a:extLst>
              <a:ext uri="{FF2B5EF4-FFF2-40B4-BE49-F238E27FC236}">
                <a16:creationId xmlns:a16="http://schemas.microsoft.com/office/drawing/2014/main" id="{B1EF929E-A826-96EF-62BA-73ACF424DCD9}"/>
              </a:ext>
            </a:extLst>
          </p:cNvPr>
          <p:cNvSpPr/>
          <p:nvPr/>
        </p:nvSpPr>
        <p:spPr>
          <a:xfrm>
            <a:off x="5392999" y="5221411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59" name="CaixaDeTexto 258">
            <a:extLst>
              <a:ext uri="{FF2B5EF4-FFF2-40B4-BE49-F238E27FC236}">
                <a16:creationId xmlns:a16="http://schemas.microsoft.com/office/drawing/2014/main" id="{82C0964D-4E65-50DE-B316-F506F67403DC}"/>
              </a:ext>
            </a:extLst>
          </p:cNvPr>
          <p:cNvSpPr txBox="1"/>
          <p:nvPr/>
        </p:nvSpPr>
        <p:spPr>
          <a:xfrm>
            <a:off x="5628029" y="4878899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260" name="CaixaDeTexto 259">
            <a:extLst>
              <a:ext uri="{FF2B5EF4-FFF2-40B4-BE49-F238E27FC236}">
                <a16:creationId xmlns:a16="http://schemas.microsoft.com/office/drawing/2014/main" id="{F250CCD2-DA2D-D773-ED61-EB5959E9CD82}"/>
              </a:ext>
            </a:extLst>
          </p:cNvPr>
          <p:cNvSpPr txBox="1"/>
          <p:nvPr/>
        </p:nvSpPr>
        <p:spPr>
          <a:xfrm>
            <a:off x="5635018" y="5236207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IRREGULAR</a:t>
            </a:r>
          </a:p>
        </p:txBody>
      </p:sp>
      <p:sp>
        <p:nvSpPr>
          <p:cNvPr id="261" name="Elipse 260">
            <a:extLst>
              <a:ext uri="{FF2B5EF4-FFF2-40B4-BE49-F238E27FC236}">
                <a16:creationId xmlns:a16="http://schemas.microsoft.com/office/drawing/2014/main" id="{24EC84E0-0F23-0CE7-A85D-8130CF8BF326}"/>
              </a:ext>
            </a:extLst>
          </p:cNvPr>
          <p:cNvSpPr/>
          <p:nvPr/>
        </p:nvSpPr>
        <p:spPr>
          <a:xfrm>
            <a:off x="5384806" y="5903714"/>
            <a:ext cx="234667" cy="23895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55B973E8-DA13-B041-6AB1-E6BA68B059EE}"/>
              </a:ext>
            </a:extLst>
          </p:cNvPr>
          <p:cNvSpPr/>
          <p:nvPr/>
        </p:nvSpPr>
        <p:spPr>
          <a:xfrm>
            <a:off x="5384806" y="6301465"/>
            <a:ext cx="234667" cy="2389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63" name="CaixaDeTexto 262">
            <a:extLst>
              <a:ext uri="{FF2B5EF4-FFF2-40B4-BE49-F238E27FC236}">
                <a16:creationId xmlns:a16="http://schemas.microsoft.com/office/drawing/2014/main" id="{4C2614F0-AFB1-C3F8-74F1-76CEC4AC7CBD}"/>
              </a:ext>
            </a:extLst>
          </p:cNvPr>
          <p:cNvSpPr txBox="1"/>
          <p:nvPr/>
        </p:nvSpPr>
        <p:spPr>
          <a:xfrm>
            <a:off x="5603928" y="59317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INSTALADA</a:t>
            </a:r>
          </a:p>
        </p:txBody>
      </p:sp>
      <p:sp>
        <p:nvSpPr>
          <p:cNvPr id="264" name="CaixaDeTexto 263">
            <a:extLst>
              <a:ext uri="{FF2B5EF4-FFF2-40B4-BE49-F238E27FC236}">
                <a16:creationId xmlns:a16="http://schemas.microsoft.com/office/drawing/2014/main" id="{BFE8ADB8-54C7-46D0-3ED9-7B78D5603EFC}"/>
              </a:ext>
            </a:extLst>
          </p:cNvPr>
          <p:cNvSpPr txBox="1"/>
          <p:nvPr/>
        </p:nvSpPr>
        <p:spPr>
          <a:xfrm>
            <a:off x="5608783" y="6312801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Ñ AUTOMÁTICA</a:t>
            </a:r>
          </a:p>
        </p:txBody>
      </p:sp>
      <p:cxnSp>
        <p:nvCxnSpPr>
          <p:cNvPr id="265" name="Conector reto 264">
            <a:extLst>
              <a:ext uri="{FF2B5EF4-FFF2-40B4-BE49-F238E27FC236}">
                <a16:creationId xmlns:a16="http://schemas.microsoft.com/office/drawing/2014/main" id="{ABE6AF10-1518-62B9-2FC7-208687BFBEB9}"/>
              </a:ext>
            </a:extLst>
          </p:cNvPr>
          <p:cNvCxnSpPr>
            <a:stCxn id="262" idx="1"/>
            <a:endCxn id="262" idx="5"/>
          </p:cNvCxnSpPr>
          <p:nvPr/>
        </p:nvCxnSpPr>
        <p:spPr>
          <a:xfrm>
            <a:off x="5419172" y="6336459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ector reto 265">
            <a:extLst>
              <a:ext uri="{FF2B5EF4-FFF2-40B4-BE49-F238E27FC236}">
                <a16:creationId xmlns:a16="http://schemas.microsoft.com/office/drawing/2014/main" id="{0A425CDA-6018-6DC2-C689-DC0EA227C670}"/>
              </a:ext>
            </a:extLst>
          </p:cNvPr>
          <p:cNvCxnSpPr>
            <a:stCxn id="262" idx="3"/>
            <a:endCxn id="262" idx="7"/>
          </p:cNvCxnSpPr>
          <p:nvPr/>
        </p:nvCxnSpPr>
        <p:spPr>
          <a:xfrm flipV="1">
            <a:off x="5419172" y="6336459"/>
            <a:ext cx="165935" cy="168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Elipse 266">
            <a:extLst>
              <a:ext uri="{FF2B5EF4-FFF2-40B4-BE49-F238E27FC236}">
                <a16:creationId xmlns:a16="http://schemas.microsoft.com/office/drawing/2014/main" id="{26E84EB0-4A9D-64F3-F333-34B8D2208EA9}"/>
              </a:ext>
            </a:extLst>
          </p:cNvPr>
          <p:cNvSpPr/>
          <p:nvPr/>
        </p:nvSpPr>
        <p:spPr>
          <a:xfrm>
            <a:off x="5397258" y="5561954"/>
            <a:ext cx="234667" cy="238951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268" name="CaixaDeTexto 267">
            <a:extLst>
              <a:ext uri="{FF2B5EF4-FFF2-40B4-BE49-F238E27FC236}">
                <a16:creationId xmlns:a16="http://schemas.microsoft.com/office/drawing/2014/main" id="{A801C030-1DDD-69B6-C131-19DEDF7B46D5}"/>
              </a:ext>
            </a:extLst>
          </p:cNvPr>
          <p:cNvSpPr txBox="1"/>
          <p:nvPr/>
        </p:nvSpPr>
        <p:spPr>
          <a:xfrm>
            <a:off x="5635018" y="5574393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 dirty="0">
                <a:latin typeface="Manrope ExtraBold" pitchFamily="2" charset="0"/>
              </a:rPr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246845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A13D-6CA4-6036-882E-CDF99958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F37BAFF-EDB7-B4B9-80CB-6E4E57B810CD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E688A37B-E2FE-DE7F-339E-781C2EDDF797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A17C6BE-A907-2624-86A0-A28278C801E2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241D14C-BFBC-0453-F29B-936844819543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2115CDE-408F-04F0-1A30-1F2E6C59EC58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F4BA658F-B1F3-0380-3BCB-25E2F3A1FBA9}"/>
              </a:ext>
            </a:extLst>
          </p:cNvPr>
          <p:cNvSpPr txBox="1"/>
          <p:nvPr/>
        </p:nvSpPr>
        <p:spPr>
          <a:xfrm>
            <a:off x="633700" y="486281"/>
            <a:ext cx="359623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LAÇO 4(TENOVA)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44792FA0-0D74-3B30-ACA8-92715636C1AD}"/>
              </a:ext>
            </a:extLst>
          </p:cNvPr>
          <p:cNvCxnSpPr>
            <a:cxnSpLocks/>
          </p:cNvCxnSpPr>
          <p:nvPr/>
        </p:nvCxnSpPr>
        <p:spPr>
          <a:xfrm flipV="1">
            <a:off x="5112038" y="1136821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01878D87-C1F3-67EB-F114-73A512F4D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44" name="Agrupar 43">
            <a:extLst>
              <a:ext uri="{FF2B5EF4-FFF2-40B4-BE49-F238E27FC236}">
                <a16:creationId xmlns:a16="http://schemas.microsoft.com/office/drawing/2014/main" id="{98D80BD8-A8A8-693B-221E-69732C2AD276}"/>
              </a:ext>
            </a:extLst>
          </p:cNvPr>
          <p:cNvGrpSpPr/>
          <p:nvPr/>
        </p:nvGrpSpPr>
        <p:grpSpPr>
          <a:xfrm>
            <a:off x="1093632" y="2286104"/>
            <a:ext cx="8036809" cy="4666365"/>
            <a:chOff x="1234782" y="2254207"/>
            <a:chExt cx="7415415" cy="4666365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02EBDAFD-BB42-4345-AF5E-C182C5BBD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0045" y="2999467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53F6CE3F-033B-6DB4-44A5-1E24DD909C79}"/>
                </a:ext>
              </a:extLst>
            </p:cNvPr>
            <p:cNvSpPr/>
            <p:nvPr/>
          </p:nvSpPr>
          <p:spPr>
            <a:xfrm>
              <a:off x="2536046" y="5640369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AB98B29A-5C77-FA6E-A267-3E505FF87BD5}"/>
                </a:ext>
              </a:extLst>
            </p:cNvPr>
            <p:cNvSpPr/>
            <p:nvPr/>
          </p:nvSpPr>
          <p:spPr>
            <a:xfrm>
              <a:off x="3474058" y="5640369"/>
              <a:ext cx="251756" cy="1200534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DE5619C0-203D-A2CB-A800-8F38CEDFFE5E}"/>
                </a:ext>
              </a:extLst>
            </p:cNvPr>
            <p:cNvSpPr/>
            <p:nvPr/>
          </p:nvSpPr>
          <p:spPr>
            <a:xfrm>
              <a:off x="1529216" y="5640369"/>
              <a:ext cx="251756" cy="122519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BD35ABD2-29A6-3ABF-1125-BA635FE04E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0745" y="3990962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27C363AD-A5DD-E645-67C2-EB774EDF7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234782" y="5048085"/>
              <a:ext cx="793771" cy="700838"/>
            </a:xfrm>
            <a:prstGeom prst="rect">
              <a:avLst/>
            </a:prstGeom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id="{316D9E45-6BE0-B8E7-69BB-650A20159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245703" y="5048085"/>
              <a:ext cx="793771" cy="700838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35E59626-AF73-2763-08AE-5C1FA814C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175417" y="5048085"/>
              <a:ext cx="793771" cy="700838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83535C58-8D47-2761-622A-07A49036A5EE}"/>
                </a:ext>
              </a:extLst>
            </p:cNvPr>
            <p:cNvGrpSpPr/>
            <p:nvPr/>
          </p:nvGrpSpPr>
          <p:grpSpPr>
            <a:xfrm>
              <a:off x="1341348" y="4504912"/>
              <a:ext cx="625045" cy="658985"/>
              <a:chOff x="342415" y="3557834"/>
              <a:chExt cx="1220448" cy="1286801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0880219B-FE31-2A79-2B7F-35DA008FFEDC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C27927EE-2BCF-5056-C524-683ACCD56272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0B238AF3-F451-7611-14FC-7497D33A129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9CCCC121-7682-925F-1935-CFA7A6558EA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51A6CC31-CD6A-A100-5DFE-47786B5AE50B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99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F3AADD2F-9D79-E86A-CC62-37682A401AF0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V="1">
              <a:off x="2659565" y="2979211"/>
              <a:ext cx="21639" cy="208369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2B1453AB-755B-CC3D-F880-CF4C895AE069}"/>
                </a:ext>
              </a:extLst>
            </p:cNvPr>
            <p:cNvGrpSpPr/>
            <p:nvPr/>
          </p:nvGrpSpPr>
          <p:grpSpPr>
            <a:xfrm>
              <a:off x="2347043" y="4504913"/>
              <a:ext cx="625045" cy="615566"/>
              <a:chOff x="342415" y="3557834"/>
              <a:chExt cx="1220448" cy="1202016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7508EA0C-E08C-6D2F-021B-75B0A0880922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9" name="Trapezoide 98">
                <a:extLst>
                  <a:ext uri="{FF2B5EF4-FFF2-40B4-BE49-F238E27FC236}">
                    <a16:creationId xmlns:a16="http://schemas.microsoft.com/office/drawing/2014/main" id="{A6B7065B-539E-6014-697B-F9F72256280C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BBD35DC3-C68C-C80A-DA13-73444BCF693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1" name="CaixaDeTexto 100">
                <a:extLst>
                  <a:ext uri="{FF2B5EF4-FFF2-40B4-BE49-F238E27FC236}">
                    <a16:creationId xmlns:a16="http://schemas.microsoft.com/office/drawing/2014/main" id="{2230DB63-46B3-DBD5-70A9-5A8C50C2FE25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53DF2D8D-435E-93D9-E58A-4F54B3464149}"/>
                  </a:ext>
                </a:extLst>
              </p:cNvPr>
              <p:cNvSpPr txBox="1"/>
              <p:nvPr/>
            </p:nvSpPr>
            <p:spPr>
              <a:xfrm>
                <a:off x="467001" y="4105873"/>
                <a:ext cx="1094979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100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ACF95E81-39A1-B897-B05D-3AB7DCD18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1705" y="3990962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0739B029-BBD8-5821-1767-9858D0675CFA}"/>
                </a:ext>
              </a:extLst>
            </p:cNvPr>
            <p:cNvGrpSpPr/>
            <p:nvPr/>
          </p:nvGrpSpPr>
          <p:grpSpPr>
            <a:xfrm>
              <a:off x="3288157" y="4504913"/>
              <a:ext cx="625045" cy="615566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3ADA8C6D-98B2-FABB-2315-42B19BC86A1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1C0CC916-3635-A479-6AD8-507774261600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0F64F73A-66E4-78CA-5B79-E350829EA2B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A241DED2-834A-9BEA-59B4-B90C45258FA9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5EC67761-C5AF-5813-2C63-512A0201E458}"/>
                  </a:ext>
                </a:extLst>
              </p:cNvPr>
              <p:cNvSpPr txBox="1"/>
              <p:nvPr/>
            </p:nvSpPr>
            <p:spPr>
              <a:xfrm>
                <a:off x="497530" y="4123631"/>
                <a:ext cx="988396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101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DA38501A-1CC4-4A29-4E77-2A5BD1C32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0187" y="2979211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EE18130F-0F50-C6AB-31B1-0564420A2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1075" y="2994271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63EECAAD-B4BE-469D-A395-5412157DD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355793" y="3393601"/>
              <a:ext cx="637565" cy="711976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F37828FB-33D2-47FD-63E7-BCE1CE083575}"/>
                </a:ext>
              </a:extLst>
            </p:cNvPr>
            <p:cNvSpPr/>
            <p:nvPr/>
          </p:nvSpPr>
          <p:spPr>
            <a:xfrm>
              <a:off x="1572930" y="415995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4" name="Imagem 113">
              <a:extLst>
                <a:ext uri="{FF2B5EF4-FFF2-40B4-BE49-F238E27FC236}">
                  <a16:creationId xmlns:a16="http://schemas.microsoft.com/office/drawing/2014/main" id="{94074B94-21A3-5091-FFB6-2E1E0E4F0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361488" y="3393601"/>
              <a:ext cx="637565" cy="711976"/>
            </a:xfrm>
            <a:prstGeom prst="rect">
              <a:avLst/>
            </a:prstGeom>
          </p:spPr>
        </p:pic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6D90F164-0D45-92B6-31B4-0F20801F1DB7}"/>
                </a:ext>
              </a:extLst>
            </p:cNvPr>
            <p:cNvSpPr/>
            <p:nvPr/>
          </p:nvSpPr>
          <p:spPr>
            <a:xfrm>
              <a:off x="2575341" y="415995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1C849C7B-F3E4-9529-C397-7B7A2F343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326806" y="3393601"/>
              <a:ext cx="637565" cy="711976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430FCDE9-3FB1-5FA4-23D0-AAAD2E5C60C6}"/>
                </a:ext>
              </a:extLst>
            </p:cNvPr>
            <p:cNvSpPr/>
            <p:nvPr/>
          </p:nvSpPr>
          <p:spPr>
            <a:xfrm>
              <a:off x="3561449" y="415995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04FA503C-28F9-9C50-E71E-8F51B9C86D6B}"/>
                </a:ext>
              </a:extLst>
            </p:cNvPr>
            <p:cNvSpPr/>
            <p:nvPr/>
          </p:nvSpPr>
          <p:spPr>
            <a:xfrm>
              <a:off x="1577466" y="3152187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86F1F314-5671-1F99-E567-1F424A19B39B}"/>
                </a:ext>
              </a:extLst>
            </p:cNvPr>
            <p:cNvSpPr/>
            <p:nvPr/>
          </p:nvSpPr>
          <p:spPr>
            <a:xfrm>
              <a:off x="2581209" y="313880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4D9A83D6-817B-5D7D-4325-61499C8B4FCA}"/>
                </a:ext>
              </a:extLst>
            </p:cNvPr>
            <p:cNvSpPr/>
            <p:nvPr/>
          </p:nvSpPr>
          <p:spPr>
            <a:xfrm>
              <a:off x="3536053" y="314554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B29272F0-BFE3-33F0-C1E5-21E7BE754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630" y="2979211"/>
              <a:ext cx="6575660" cy="1200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8C072B56-90AF-728A-AC82-A3928B7EBD2E}"/>
                </a:ext>
              </a:extLst>
            </p:cNvPr>
            <p:cNvSpPr/>
            <p:nvPr/>
          </p:nvSpPr>
          <p:spPr>
            <a:xfrm>
              <a:off x="5345065" y="5645952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3460ED9A-07DA-33FC-7FD7-025F95AA702E}"/>
                </a:ext>
              </a:extLst>
            </p:cNvPr>
            <p:cNvSpPr/>
            <p:nvPr/>
          </p:nvSpPr>
          <p:spPr>
            <a:xfrm>
              <a:off x="6282989" y="5660832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EA78AC52-466A-244A-E88E-3A668B0A7807}"/>
                </a:ext>
              </a:extLst>
            </p:cNvPr>
            <p:cNvSpPr/>
            <p:nvPr/>
          </p:nvSpPr>
          <p:spPr>
            <a:xfrm>
              <a:off x="4451191" y="5645952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6101E33A-5F1D-A9AC-0074-B5BF65530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515" y="3996545"/>
              <a:ext cx="29946" cy="122519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9B02A73B-6AAA-196A-EACC-8A56B042B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148688" y="5053668"/>
              <a:ext cx="793771" cy="700838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E7DC28EE-9899-A537-8350-2B2E6DA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054721" y="5053668"/>
              <a:ext cx="793771" cy="700838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AD064B9B-3D10-D063-6FD6-C124E4662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984348" y="5068548"/>
              <a:ext cx="793771" cy="700838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18A213A6-7D0C-0555-BD93-D7C6C32BA717}"/>
                </a:ext>
              </a:extLst>
            </p:cNvPr>
            <p:cNvGrpSpPr/>
            <p:nvPr/>
          </p:nvGrpSpPr>
          <p:grpSpPr>
            <a:xfrm>
              <a:off x="4255254" y="4510495"/>
              <a:ext cx="625045" cy="658985"/>
              <a:chOff x="342415" y="3557834"/>
              <a:chExt cx="1220448" cy="1286801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4CBF0FD8-51B0-D930-34BC-20B4F6AC2779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E1730787-9668-004D-96B5-500EEEA56111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1188D849-08AA-4D18-37F2-7C178EA91A6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3107FC9-3CD0-4C3F-2B10-21B14D6B1629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AC7E8A49-AA38-151C-047A-120D7000DBD4}"/>
                  </a:ext>
                </a:extLst>
              </p:cNvPr>
              <p:cNvSpPr txBox="1"/>
              <p:nvPr/>
            </p:nvSpPr>
            <p:spPr>
              <a:xfrm>
                <a:off x="537456" y="4149233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79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E463E4A2-9371-5F42-10F2-55B563BCAED0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5468584" y="2994271"/>
              <a:ext cx="12885" cy="207422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927EB4E2-48D6-56C4-938A-A493A8CC97C3}"/>
                </a:ext>
              </a:extLst>
            </p:cNvPr>
            <p:cNvGrpSpPr/>
            <p:nvPr/>
          </p:nvGrpSpPr>
          <p:grpSpPr>
            <a:xfrm>
              <a:off x="5156062" y="4510496"/>
              <a:ext cx="625045" cy="615566"/>
              <a:chOff x="342415" y="3557834"/>
              <a:chExt cx="1220448" cy="1202016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75794D18-770B-E39D-67C0-87EA2DDBC28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B98C349C-7B14-1095-4115-1DD940D216C5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C9BEC0D3-7970-FF41-7198-861C5AF2DC9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CD3683FF-774D-6097-C3FE-D2EEDEBFD3EA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5659E732-1E8D-E880-126A-271E221F4F62}"/>
                  </a:ext>
                </a:extLst>
              </p:cNvPr>
              <p:cNvSpPr txBox="1"/>
              <p:nvPr/>
            </p:nvSpPr>
            <p:spPr>
              <a:xfrm>
                <a:off x="483985" y="4128050"/>
                <a:ext cx="1018157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103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0199F74F-492E-16AB-802A-FC3C98F6A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0635" y="4011426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7ABB2568-C47A-B355-8B96-FB5509EC8975}"/>
                </a:ext>
              </a:extLst>
            </p:cNvPr>
            <p:cNvGrpSpPr/>
            <p:nvPr/>
          </p:nvGrpSpPr>
          <p:grpSpPr>
            <a:xfrm>
              <a:off x="6121293" y="4525376"/>
              <a:ext cx="625045" cy="615566"/>
              <a:chOff x="342415" y="3557834"/>
              <a:chExt cx="1220448" cy="1202016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8E1B6EA5-1D31-5083-3B2A-9A068EB843DE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FD7F19E6-F2C6-1660-34A5-55EAA4832D9F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87C34E4A-EA95-7438-3F1D-40969109A47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9904CF90-65E5-C9AF-AB96-098C2C1922C3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3A2B404B-81DE-652E-AF95-6A209A5FC874}"/>
                  </a:ext>
                </a:extLst>
              </p:cNvPr>
              <p:cNvSpPr txBox="1"/>
              <p:nvPr/>
            </p:nvSpPr>
            <p:spPr>
              <a:xfrm>
                <a:off x="447434" y="4091987"/>
                <a:ext cx="1087462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102</a:t>
                </a: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E9A59AAD-7E60-57EF-5E04-BB68F6612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006" y="3014735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55FF34C2-CE69-2210-7CB4-3ACA72682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253563" y="3399183"/>
              <a:ext cx="637565" cy="711976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A9963C9A-7551-E81D-16BD-802D2BAF2016}"/>
                </a:ext>
              </a:extLst>
            </p:cNvPr>
            <p:cNvSpPr/>
            <p:nvPr/>
          </p:nvSpPr>
          <p:spPr>
            <a:xfrm>
              <a:off x="4475014" y="4165533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3A82A99A-B7F0-255A-C833-9F26BB3C3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170506" y="3399183"/>
              <a:ext cx="637565" cy="711976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7651DA25-1FC6-903F-43B0-81F942047544}"/>
                </a:ext>
              </a:extLst>
            </p:cNvPr>
            <p:cNvSpPr/>
            <p:nvPr/>
          </p:nvSpPr>
          <p:spPr>
            <a:xfrm>
              <a:off x="5376291" y="4165533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9C70A6E0-7257-B779-A1A5-4D07C34F2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135737" y="3414064"/>
              <a:ext cx="637565" cy="711976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DCFED4CE-4A40-221D-648C-786021E98EDC}"/>
                </a:ext>
              </a:extLst>
            </p:cNvPr>
            <p:cNvSpPr/>
            <p:nvPr/>
          </p:nvSpPr>
          <p:spPr>
            <a:xfrm>
              <a:off x="6362312" y="4180414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24D31B58-3375-97F5-D8CE-D3BC8D40A5A9}"/>
                </a:ext>
              </a:extLst>
            </p:cNvPr>
            <p:cNvSpPr/>
            <p:nvPr/>
          </p:nvSpPr>
          <p:spPr>
            <a:xfrm>
              <a:off x="4475236" y="3157770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A6075EDA-FE42-F655-CEB4-D357A1E8F5BC}"/>
                </a:ext>
              </a:extLst>
            </p:cNvPr>
            <p:cNvSpPr/>
            <p:nvPr/>
          </p:nvSpPr>
          <p:spPr>
            <a:xfrm>
              <a:off x="5382159" y="3144388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DA28EF70-2CCB-0339-6595-E56C053B0295}"/>
                </a:ext>
              </a:extLst>
            </p:cNvPr>
            <p:cNvSpPr/>
            <p:nvPr/>
          </p:nvSpPr>
          <p:spPr>
            <a:xfrm>
              <a:off x="6344985" y="316600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F1A3D375-D30A-B2BA-73E6-BD83EBF6A5B8}"/>
                </a:ext>
              </a:extLst>
            </p:cNvPr>
            <p:cNvSpPr/>
            <p:nvPr/>
          </p:nvSpPr>
          <p:spPr>
            <a:xfrm>
              <a:off x="7236296" y="5660832"/>
              <a:ext cx="251756" cy="119495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F632E357-8823-3463-FCC0-AF8C5F84D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937655" y="5068548"/>
              <a:ext cx="793771" cy="700838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B54333CB-3C76-B0D2-768D-0EE1B091FD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97807" y="4011426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F847ECB2-A869-E9C9-A9B9-64CC1AA20B49}"/>
                </a:ext>
              </a:extLst>
            </p:cNvPr>
            <p:cNvGrpSpPr/>
            <p:nvPr/>
          </p:nvGrpSpPr>
          <p:grpSpPr>
            <a:xfrm>
              <a:off x="7074600" y="4525375"/>
              <a:ext cx="625045" cy="629681"/>
              <a:chOff x="342415" y="3557834"/>
              <a:chExt cx="1220448" cy="1229579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55412AFD-884D-B70E-5BE4-DF94AA15C261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44B68C53-6E2A-8FE2-3A08-B1DCFC84DD58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1A61F687-C916-93A4-17BD-2DB5CE24495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040371B7-6C80-14DB-5370-18C3C996AEE1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2161F8D8-063C-77A9-14C7-C88EA039A3DF}"/>
                  </a:ext>
                </a:extLst>
              </p:cNvPr>
              <p:cNvSpPr txBox="1"/>
              <p:nvPr/>
            </p:nvSpPr>
            <p:spPr>
              <a:xfrm>
                <a:off x="537067" y="4092011"/>
                <a:ext cx="855322" cy="69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97B62C8C-6C85-D243-9C7F-59AC52C75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3314" y="3014735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F3072E71-1306-BB5E-1BE4-84CC5F638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080977" y="3414064"/>
              <a:ext cx="637565" cy="711976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F0CAB240-82C4-B433-BEC4-A4DFDC437F61}"/>
                </a:ext>
              </a:extLst>
            </p:cNvPr>
            <p:cNvSpPr/>
            <p:nvPr/>
          </p:nvSpPr>
          <p:spPr>
            <a:xfrm>
              <a:off x="7299483" y="4180414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759FDB6F-E055-8394-5F84-771680336AA5}"/>
                </a:ext>
              </a:extLst>
            </p:cNvPr>
            <p:cNvSpPr/>
            <p:nvPr/>
          </p:nvSpPr>
          <p:spPr>
            <a:xfrm>
              <a:off x="7298292" y="3166005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BAA250F-2255-8E7C-598A-290E586DA3E6}"/>
                </a:ext>
              </a:extLst>
            </p:cNvPr>
            <p:cNvSpPr/>
            <p:nvPr/>
          </p:nvSpPr>
          <p:spPr>
            <a:xfrm>
              <a:off x="8075050" y="5662641"/>
              <a:ext cx="251756" cy="1193143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89CB621-E9CE-9CCE-AA1F-8C38B5953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776408" y="5070357"/>
              <a:ext cx="793771" cy="700838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7F320FB4-96C3-0DBB-E20E-E12FA1CA5D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6560" y="4013234"/>
              <a:ext cx="731" cy="11310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4FDB3EB-476E-DB87-F78B-DFD5959BD070}"/>
                </a:ext>
              </a:extLst>
            </p:cNvPr>
            <p:cNvGrpSpPr/>
            <p:nvPr/>
          </p:nvGrpSpPr>
          <p:grpSpPr>
            <a:xfrm>
              <a:off x="7913353" y="4527185"/>
              <a:ext cx="625045" cy="615566"/>
              <a:chOff x="342415" y="3557834"/>
              <a:chExt cx="1220448" cy="1202016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E54F4B0C-12FF-E118-BDD2-ABF992AD003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4EE7952F-7A94-6A14-3147-AAEFB42056C6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7ED8460C-EB18-3C59-4F52-190EE4128BF2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8040845-B3B6-5173-E45A-B78A4B3B093B}"/>
                  </a:ext>
                </a:extLst>
              </p:cNvPr>
              <p:cNvSpPr txBox="1"/>
              <p:nvPr/>
            </p:nvSpPr>
            <p:spPr>
              <a:xfrm>
                <a:off x="342415" y="3590438"/>
                <a:ext cx="1220448" cy="65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672B869-E8D5-F5B6-4147-C339F48E2595}"/>
                  </a:ext>
                </a:extLst>
              </p:cNvPr>
              <p:cNvSpPr txBox="1"/>
              <p:nvPr/>
            </p:nvSpPr>
            <p:spPr>
              <a:xfrm>
                <a:off x="436500" y="4110944"/>
                <a:ext cx="1087462" cy="437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104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528C2E26-5A91-D3DF-2451-D02B0DB21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2067" y="3016542"/>
              <a:ext cx="4388" cy="87257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7A426E49-D109-280E-2FFA-3FD602535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919730" y="3415873"/>
              <a:ext cx="637565" cy="711976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45A5223C-B8AC-C2A9-51E3-1CE9ABCBB42D}"/>
                </a:ext>
              </a:extLst>
            </p:cNvPr>
            <p:cNvSpPr/>
            <p:nvPr/>
          </p:nvSpPr>
          <p:spPr>
            <a:xfrm>
              <a:off x="8138236" y="4182222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7FC4621F-A383-F310-7734-912CA0D97A0D}"/>
                </a:ext>
              </a:extLst>
            </p:cNvPr>
            <p:cNvSpPr/>
            <p:nvPr/>
          </p:nvSpPr>
          <p:spPr>
            <a:xfrm>
              <a:off x="8137046" y="3167813"/>
              <a:ext cx="194219" cy="1990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302F111-44E8-EA6E-F895-CD502C3A36C7}"/>
                </a:ext>
              </a:extLst>
            </p:cNvPr>
            <p:cNvSpPr/>
            <p:nvPr/>
          </p:nvSpPr>
          <p:spPr>
            <a:xfrm>
              <a:off x="1278697" y="2646043"/>
              <a:ext cx="2838772" cy="4274529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529580B7-F6BA-72E3-1E29-C703C84662D3}"/>
                </a:ext>
              </a:extLst>
            </p:cNvPr>
            <p:cNvSpPr/>
            <p:nvPr/>
          </p:nvSpPr>
          <p:spPr>
            <a:xfrm>
              <a:off x="4193804" y="2646043"/>
              <a:ext cx="2685985" cy="4274529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id="{41700836-7BFD-F194-ED57-99B1387EC6F8}"/>
                </a:ext>
              </a:extLst>
            </p:cNvPr>
            <p:cNvSpPr/>
            <p:nvPr/>
          </p:nvSpPr>
          <p:spPr>
            <a:xfrm>
              <a:off x="5407507" y="2287449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A65F2B83-0C3B-E6DB-DD44-2F974C06C634}"/>
                </a:ext>
              </a:extLst>
            </p:cNvPr>
            <p:cNvSpPr txBox="1"/>
            <p:nvPr/>
          </p:nvSpPr>
          <p:spPr>
            <a:xfrm>
              <a:off x="5389106" y="2273916"/>
              <a:ext cx="918771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3130-02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4DE715EE-D3ED-7634-BC5A-9F4D0E3A5874}"/>
                </a:ext>
              </a:extLst>
            </p:cNvPr>
            <p:cNvSpPr/>
            <p:nvPr/>
          </p:nvSpPr>
          <p:spPr>
            <a:xfrm>
              <a:off x="2304632" y="2282845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6BE860C4-1449-3A7E-FBCE-A7CEAAB37499}"/>
                </a:ext>
              </a:extLst>
            </p:cNvPr>
            <p:cNvSpPr txBox="1"/>
            <p:nvPr/>
          </p:nvSpPr>
          <p:spPr>
            <a:xfrm>
              <a:off x="2318021" y="2268223"/>
              <a:ext cx="832043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3130-01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F0E5A1AE-14A7-1CAE-1523-8BFF9C2FC83F}"/>
                </a:ext>
              </a:extLst>
            </p:cNvPr>
            <p:cNvSpPr/>
            <p:nvPr/>
          </p:nvSpPr>
          <p:spPr>
            <a:xfrm>
              <a:off x="6984813" y="2646043"/>
              <a:ext cx="754719" cy="4274529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A187324A-4B54-3F5E-4D27-730A6F039E48}"/>
                </a:ext>
              </a:extLst>
            </p:cNvPr>
            <p:cNvSpPr/>
            <p:nvPr/>
          </p:nvSpPr>
          <p:spPr>
            <a:xfrm>
              <a:off x="7824671" y="2646043"/>
              <a:ext cx="754719" cy="4274529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855187F0-9C33-5089-33CC-39CCA01CE411}"/>
                </a:ext>
              </a:extLst>
            </p:cNvPr>
            <p:cNvSpPr/>
            <p:nvPr/>
          </p:nvSpPr>
          <p:spPr>
            <a:xfrm>
              <a:off x="6861406" y="2279870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C63808B8-6A47-FAD4-57E4-D0F1EFC9F12A}"/>
                </a:ext>
              </a:extLst>
            </p:cNvPr>
            <p:cNvSpPr txBox="1"/>
            <p:nvPr/>
          </p:nvSpPr>
          <p:spPr>
            <a:xfrm>
              <a:off x="6855432" y="2258806"/>
              <a:ext cx="918771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3230-02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5A95742A-E79B-E59A-CA55-FECC434B8A5C}"/>
                </a:ext>
              </a:extLst>
            </p:cNvPr>
            <p:cNvSpPr/>
            <p:nvPr/>
          </p:nvSpPr>
          <p:spPr>
            <a:xfrm>
              <a:off x="7749827" y="2281400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F37A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A52E71D3-C5C0-60DC-65AE-612E84450D82}"/>
                </a:ext>
              </a:extLst>
            </p:cNvPr>
            <p:cNvSpPr txBox="1"/>
            <p:nvPr/>
          </p:nvSpPr>
          <p:spPr>
            <a:xfrm>
              <a:off x="7731426" y="2254207"/>
              <a:ext cx="918771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3130-03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631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880E-50B3-5932-A158-EB17118D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7E72057-4E14-1F55-23FF-4F1618A22D94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9D5CA7DE-ACFD-582E-3BBB-172A5C195045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849126BA-48A0-E7CD-F9DE-38D86CE76C9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80D8336-4406-0F82-4C06-CF22D7EA9562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DCBE252-13A2-5B95-8E0A-32397215C3FF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989F1DBE-FC49-5E2B-8499-9C4532368F2B}"/>
              </a:ext>
            </a:extLst>
          </p:cNvPr>
          <p:cNvSpPr txBox="1"/>
          <p:nvPr/>
        </p:nvSpPr>
        <p:spPr>
          <a:xfrm>
            <a:off x="633700" y="486281"/>
            <a:ext cx="359315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LAÇO 6(TENOVA)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39B50BF2-D980-00E4-20DC-DB8628B972D2}"/>
              </a:ext>
            </a:extLst>
          </p:cNvPr>
          <p:cNvCxnSpPr>
            <a:cxnSpLocks/>
          </p:cNvCxnSpPr>
          <p:nvPr/>
        </p:nvCxnSpPr>
        <p:spPr>
          <a:xfrm flipV="1">
            <a:off x="5112038" y="1205635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8387C966-C95C-EA67-7B4F-56EA41685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014C4E4-D1F9-EDE3-7555-1485C4EA21A4}"/>
              </a:ext>
            </a:extLst>
          </p:cNvPr>
          <p:cNvGrpSpPr/>
          <p:nvPr/>
        </p:nvGrpSpPr>
        <p:grpSpPr>
          <a:xfrm>
            <a:off x="359507" y="2373476"/>
            <a:ext cx="9262959" cy="4339719"/>
            <a:chOff x="752912" y="2330946"/>
            <a:chExt cx="8297108" cy="4339719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1570182-3DE2-2626-C50C-5726D50D5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1230" y="303225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A3AAA87C-2028-C263-B398-C87F89CC9BF4}"/>
                </a:ext>
              </a:extLst>
            </p:cNvPr>
            <p:cNvSpPr/>
            <p:nvPr/>
          </p:nvSpPr>
          <p:spPr>
            <a:xfrm>
              <a:off x="2074923" y="5473347"/>
              <a:ext cx="233453" cy="110970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F51AD753-4D9C-2935-D735-8623D72B64E3}"/>
                </a:ext>
              </a:extLst>
            </p:cNvPr>
            <p:cNvSpPr/>
            <p:nvPr/>
          </p:nvSpPr>
          <p:spPr>
            <a:xfrm>
              <a:off x="1213949" y="5487324"/>
              <a:ext cx="233453" cy="1132492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8BFEAE05-8139-F996-5451-4D6544158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6642" y="3962713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45973754-C322-B3D6-45B8-75F254FE9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940920" y="4939853"/>
              <a:ext cx="736063" cy="647812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A23579A7-17B9-F684-B2BE-11A56C26C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797994" y="4925877"/>
              <a:ext cx="736063" cy="647812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858497D9-5619-359F-5F44-F8F891F3760A}"/>
                </a:ext>
              </a:extLst>
            </p:cNvPr>
            <p:cNvGrpSpPr/>
            <p:nvPr/>
          </p:nvGrpSpPr>
          <p:grpSpPr>
            <a:xfrm>
              <a:off x="1039739" y="4437777"/>
              <a:ext cx="579604" cy="638395"/>
              <a:chOff x="342415" y="3557834"/>
              <a:chExt cx="1220448" cy="1348635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897F446F-0F84-BC1F-1FFB-9BDD9700C14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71D2AC0F-83D7-A440-0F25-089C1598EC40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309BF939-D2F3-6AC7-3D61-B8BA9223BC56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108A411D-CE2F-330E-2647-A2E22E824EEC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18250947-7A4C-E8B5-9E5D-394E51730C41}"/>
                  </a:ext>
                </a:extLst>
              </p:cNvPr>
              <p:cNvSpPr txBox="1"/>
              <p:nvPr/>
            </p:nvSpPr>
            <p:spPr>
              <a:xfrm>
                <a:off x="520286" y="4154145"/>
                <a:ext cx="950503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46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5B6C1AC8-4898-00C7-232A-4D4A15BBFA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9655" y="3948736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98126720-B68C-6EA4-5579-C18E144379CC}"/>
                </a:ext>
              </a:extLst>
            </p:cNvPr>
            <p:cNvGrpSpPr/>
            <p:nvPr/>
          </p:nvGrpSpPr>
          <p:grpSpPr>
            <a:xfrm>
              <a:off x="1902537" y="4423801"/>
              <a:ext cx="579604" cy="568991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8A3BFD5C-1A50-E934-B710-00B3D9D77186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C5A1350C-6B7E-3A22-46A2-A518BADCC2CD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6C4DCC98-B238-C519-5619-421DE42985AB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36539E88-A799-BC70-0CEB-52092E492BC6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68359061-8D2F-57E6-E17E-8F729CBDF1E4}"/>
                  </a:ext>
                </a:extLst>
              </p:cNvPr>
              <p:cNvSpPr txBox="1"/>
              <p:nvPr/>
            </p:nvSpPr>
            <p:spPr>
              <a:xfrm>
                <a:off x="475061" y="4112262"/>
                <a:ext cx="1019886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4B9F918B-5C51-5873-0210-A3717E6E7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4671" y="302751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DA603632-8AB8-2B0E-032E-1ABC60C60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525" y="3027455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039F5881-72C7-AA5E-27C0-BBB5584EA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053134" y="3410548"/>
              <a:ext cx="591213" cy="658107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017C8C17-B956-4FCD-19EB-20F0D318EA4E}"/>
                </a:ext>
              </a:extLst>
            </p:cNvPr>
            <p:cNvSpPr/>
            <p:nvPr/>
          </p:nvSpPr>
          <p:spPr>
            <a:xfrm>
              <a:off x="1254485" y="411891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357BC28E-DE6E-EE4F-3B56-426EBAA2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938376" y="3396572"/>
              <a:ext cx="591213" cy="658107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409D13F9-EB90-F139-35D8-A40A9FD2BB5B}"/>
                </a:ext>
              </a:extLst>
            </p:cNvPr>
            <p:cNvSpPr/>
            <p:nvPr/>
          </p:nvSpPr>
          <p:spPr>
            <a:xfrm>
              <a:off x="2155961" y="4104938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01288F0C-224E-84F2-D592-306B5852652F}"/>
                </a:ext>
              </a:extLst>
            </p:cNvPr>
            <p:cNvSpPr/>
            <p:nvPr/>
          </p:nvSpPr>
          <p:spPr>
            <a:xfrm>
              <a:off x="1258691" y="318740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E822B584-CAC4-3237-0140-346A519E5844}"/>
                </a:ext>
              </a:extLst>
            </p:cNvPr>
            <p:cNvSpPr/>
            <p:nvPr/>
          </p:nvSpPr>
          <p:spPr>
            <a:xfrm>
              <a:off x="2132411" y="3167281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B59494B7-808E-867E-89B8-C4D1F5AB36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642" y="3038096"/>
              <a:ext cx="7380974" cy="200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BA80782E-6496-E63D-C561-A59037D66B8B}"/>
                </a:ext>
              </a:extLst>
            </p:cNvPr>
            <p:cNvSpPr/>
            <p:nvPr/>
          </p:nvSpPr>
          <p:spPr>
            <a:xfrm>
              <a:off x="3809906" y="5478507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7D9A9673-DEB3-0A10-A72E-B23DFA7CE039}"/>
                </a:ext>
              </a:extLst>
            </p:cNvPr>
            <p:cNvSpPr/>
            <p:nvPr/>
          </p:nvSpPr>
          <p:spPr>
            <a:xfrm>
              <a:off x="4679641" y="5492262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5DE3E583-3F42-EC21-DAF4-26C2B4DCA63A}"/>
                </a:ext>
              </a:extLst>
            </p:cNvPr>
            <p:cNvSpPr/>
            <p:nvPr/>
          </p:nvSpPr>
          <p:spPr>
            <a:xfrm>
              <a:off x="2981018" y="5478507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0A64C0E5-927F-1879-5541-7286D80E0F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266" y="3953897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E18B0BE3-B38E-0BFF-5E7A-1C662BEF0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700506" y="4931037"/>
              <a:ext cx="736063" cy="647812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2CAFF577-7DBA-03A0-D4E6-F9BE1384E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540670" y="4931037"/>
              <a:ext cx="736063" cy="647812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8792BD0A-15E2-D96C-1512-720B6A0CA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402712" y="4944791"/>
              <a:ext cx="736063" cy="647812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56726E10-740F-0C90-BA4F-4CD8AB26987D}"/>
                </a:ext>
              </a:extLst>
            </p:cNvPr>
            <p:cNvGrpSpPr/>
            <p:nvPr/>
          </p:nvGrpSpPr>
          <p:grpSpPr>
            <a:xfrm>
              <a:off x="2799325" y="4428962"/>
              <a:ext cx="579604" cy="568991"/>
              <a:chOff x="342415" y="3557834"/>
              <a:chExt cx="1220448" cy="1202016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952F9C10-E8F0-4408-7053-2CBB554155F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64445E1C-7766-FD04-423E-BC952160CAE2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1D916F89-7BD5-9E92-DCBD-1DE599CB197F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16BDA3D-0DF5-7409-3FDF-F3F5B3426E48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C47E9B-1BCA-F4F3-8E6C-746C9684BD0E}"/>
                  </a:ext>
                </a:extLst>
              </p:cNvPr>
              <p:cNvSpPr txBox="1"/>
              <p:nvPr/>
            </p:nvSpPr>
            <p:spPr>
              <a:xfrm>
                <a:off x="478571" y="4094013"/>
                <a:ext cx="984427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54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B2B39C10-6239-E305-36C3-920C3270C3A6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3924444" y="3027455"/>
              <a:ext cx="11949" cy="191728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E9DA2676-A082-96DA-F564-6B5222CF167A}"/>
                </a:ext>
              </a:extLst>
            </p:cNvPr>
            <p:cNvGrpSpPr/>
            <p:nvPr/>
          </p:nvGrpSpPr>
          <p:grpSpPr>
            <a:xfrm>
              <a:off x="3634643" y="4428962"/>
              <a:ext cx="579604" cy="604012"/>
              <a:chOff x="342415" y="3557834"/>
              <a:chExt cx="1220448" cy="1275999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ACAC966F-45F8-8EDE-7EA6-F9D8D8555F8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9C325213-5B0A-314D-4479-54C85F243DF1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03A95AED-F5FF-1D19-C2C0-90D6A84302F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538D883E-580B-0DA8-AF6F-A78D33C715CE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53AAB862-1073-5CFC-C443-18DD36AB4C45}"/>
                  </a:ext>
                </a:extLst>
              </p:cNvPr>
              <p:cNvSpPr txBox="1"/>
              <p:nvPr/>
            </p:nvSpPr>
            <p:spPr>
              <a:xfrm>
                <a:off x="536605" y="4127835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55</a:t>
                </a:r>
                <a:endParaRPr lang="pt-BR" sz="857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92BF6FB1-DE26-84D1-F22E-21A50FBE93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4372" y="396765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C6F9596A-856E-FEB8-3E45-73FD0EE02644}"/>
                </a:ext>
              </a:extLst>
            </p:cNvPr>
            <p:cNvGrpSpPr/>
            <p:nvPr/>
          </p:nvGrpSpPr>
          <p:grpSpPr>
            <a:xfrm>
              <a:off x="4529700" y="4442717"/>
              <a:ext cx="579604" cy="586585"/>
              <a:chOff x="342415" y="3557834"/>
              <a:chExt cx="1220448" cy="1239184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C6EA57B8-1AD0-9381-DE10-7C926A72327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CA556FCC-1195-4C79-3723-0C345DB602E1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C00F90FC-D8DE-5749-A46D-50241CB4934E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B4DBB4FA-DCB9-E4AB-BFDB-11AB1A3C6A2D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520E38BD-1308-3DC6-16E6-38619D24C947}"/>
                  </a:ext>
                </a:extLst>
              </p:cNvPr>
              <p:cNvSpPr txBox="1"/>
              <p:nvPr/>
            </p:nvSpPr>
            <p:spPr>
              <a:xfrm>
                <a:off x="537064" y="4091020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56</a:t>
                </a: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21A739E7-B515-7E6A-64E7-E6581578A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5243" y="304637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9EA89FBF-B0E6-4E8B-E355-123D14799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797756" y="3401732"/>
              <a:ext cx="591213" cy="658107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D8443561-0876-C194-3B4E-BAC59C14CBAD}"/>
                </a:ext>
              </a:extLst>
            </p:cNvPr>
            <p:cNvSpPr/>
            <p:nvPr/>
          </p:nvSpPr>
          <p:spPr>
            <a:xfrm>
              <a:off x="3003108" y="4110099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EC5FBBB1-079E-AC1A-F8BE-62FBBFBB8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648037" y="3401732"/>
              <a:ext cx="591213" cy="658107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41DAE515-3FDE-8B40-6472-2E05B30D6FD0}"/>
                </a:ext>
              </a:extLst>
            </p:cNvPr>
            <p:cNvSpPr/>
            <p:nvPr/>
          </p:nvSpPr>
          <p:spPr>
            <a:xfrm>
              <a:off x="3838861" y="4110099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A278F378-2E9C-939F-36C1-7A02BBCF5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543094" y="3415487"/>
              <a:ext cx="591213" cy="658107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93AD3F99-A110-007A-E4FE-47478C5628B4}"/>
                </a:ext>
              </a:extLst>
            </p:cNvPr>
            <p:cNvSpPr/>
            <p:nvPr/>
          </p:nvSpPr>
          <p:spPr>
            <a:xfrm>
              <a:off x="4753198" y="41238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143DE3E5-B069-21C4-7AFC-C3A393236917}"/>
                </a:ext>
              </a:extLst>
            </p:cNvPr>
            <p:cNvSpPr/>
            <p:nvPr/>
          </p:nvSpPr>
          <p:spPr>
            <a:xfrm>
              <a:off x="3003314" y="317858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CA0E99B8-3031-66AA-3FDA-D635C05F0FF8}"/>
                </a:ext>
              </a:extLst>
            </p:cNvPr>
            <p:cNvSpPr/>
            <p:nvPr/>
          </p:nvSpPr>
          <p:spPr>
            <a:xfrm>
              <a:off x="3844303" y="316621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83AC7752-996E-FBC8-3C93-970E5C1E6889}"/>
                </a:ext>
              </a:extLst>
            </p:cNvPr>
            <p:cNvSpPr/>
            <p:nvPr/>
          </p:nvSpPr>
          <p:spPr>
            <a:xfrm>
              <a:off x="4737130" y="318619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14DA40B2-03E0-5F47-52EE-9C72851EE159}"/>
                </a:ext>
              </a:extLst>
            </p:cNvPr>
            <p:cNvSpPr/>
            <p:nvPr/>
          </p:nvSpPr>
          <p:spPr>
            <a:xfrm>
              <a:off x="5563642" y="5492262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6444FC20-6558-4339-D8BC-1F5B7E196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286712" y="4944791"/>
              <a:ext cx="736063" cy="647812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075FED84-F332-1154-2B4F-C15A9101E4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3410" y="396765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94F68C03-6CE6-51BD-5155-D36A7602EFE8}"/>
                </a:ext>
              </a:extLst>
            </p:cNvPr>
            <p:cNvGrpSpPr/>
            <p:nvPr/>
          </p:nvGrpSpPr>
          <p:grpSpPr>
            <a:xfrm>
              <a:off x="5413701" y="4442717"/>
              <a:ext cx="579604" cy="619340"/>
              <a:chOff x="342415" y="3557834"/>
              <a:chExt cx="1220448" cy="1308380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4210CA56-CC7F-4D23-12FA-332EDFF33303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76E6F6E6-BC2A-3910-954A-1BED430BF129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CE2F630E-EC4D-83B5-BD1A-665592A74D50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8ACFE41D-AA25-CE1C-1824-0B52F606EED9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5C899A7B-7E70-9285-ADCA-81871DC8BF0D}"/>
                  </a:ext>
                </a:extLst>
              </p:cNvPr>
              <p:cNvSpPr txBox="1"/>
              <p:nvPr/>
            </p:nvSpPr>
            <p:spPr>
              <a:xfrm>
                <a:off x="478154" y="4113890"/>
                <a:ext cx="964097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5AC5E0FD-1D59-A172-28C3-75081D21A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9244" y="304637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D5159447-63DE-2294-F165-C0C547AAB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419614" y="3415487"/>
              <a:ext cx="591213" cy="658107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2B34B53A-E8D6-68A0-A4D5-27A5DCAC2B89}"/>
                </a:ext>
              </a:extLst>
            </p:cNvPr>
            <p:cNvSpPr/>
            <p:nvPr/>
          </p:nvSpPr>
          <p:spPr>
            <a:xfrm>
              <a:off x="5622235" y="41238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1CF0BD5B-3837-1C4C-9F45-D5E1CE13EAF7}"/>
                </a:ext>
              </a:extLst>
            </p:cNvPr>
            <p:cNvSpPr/>
            <p:nvPr/>
          </p:nvSpPr>
          <p:spPr>
            <a:xfrm>
              <a:off x="5621131" y="318619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2BFB0E27-A4A7-C3BF-0E5D-FB624FE70082}"/>
                </a:ext>
              </a:extLst>
            </p:cNvPr>
            <p:cNvSpPr/>
            <p:nvPr/>
          </p:nvSpPr>
          <p:spPr>
            <a:xfrm>
              <a:off x="6341417" y="5493934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33D0A900-DBB5-1D28-176E-7CBDD6103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064487" y="4946463"/>
              <a:ext cx="736063" cy="647812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EF6CE65-8228-2A67-943D-696CD0ED8F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1185" y="396932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56699938-5CCA-7651-8EE2-D1C61E26498C}"/>
                </a:ext>
              </a:extLst>
            </p:cNvPr>
            <p:cNvGrpSpPr/>
            <p:nvPr/>
          </p:nvGrpSpPr>
          <p:grpSpPr>
            <a:xfrm>
              <a:off x="6191476" y="4444388"/>
              <a:ext cx="579604" cy="606842"/>
              <a:chOff x="342415" y="3557834"/>
              <a:chExt cx="1220448" cy="128197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8739CB1C-8E36-038E-E4FD-0EFB548A9296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6C4D5EB9-31A2-0AB3-767E-3432D2E077F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A0A070EF-F3A7-2C1D-1AA8-2266DB7F6D79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91D6041-3CB9-2581-46C3-5F8BA39D6236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A281B6CB-BE1E-E18F-9033-368F01B6C233}"/>
                  </a:ext>
                </a:extLst>
              </p:cNvPr>
              <p:cNvSpPr txBox="1"/>
              <p:nvPr/>
            </p:nvSpPr>
            <p:spPr>
              <a:xfrm>
                <a:off x="508773" y="4087488"/>
                <a:ext cx="911912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43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4A868BB-FDD3-F800-93BC-D3E4DB23B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7019" y="3048042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E6F79A8D-47E0-A693-0EB3-A36863BAA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197389" y="3417159"/>
              <a:ext cx="591213" cy="658107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8F7D6C2-B857-1EFB-68A7-C7C40A9E9154}"/>
                </a:ext>
              </a:extLst>
            </p:cNvPr>
            <p:cNvSpPr/>
            <p:nvPr/>
          </p:nvSpPr>
          <p:spPr>
            <a:xfrm>
              <a:off x="6400010" y="412552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7045C96-A2E9-7257-A0CB-15A263055394}"/>
                </a:ext>
              </a:extLst>
            </p:cNvPr>
            <p:cNvSpPr/>
            <p:nvPr/>
          </p:nvSpPr>
          <p:spPr>
            <a:xfrm>
              <a:off x="6398906" y="3187867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AB7B4DBC-F336-7305-BCA8-CDC06728FD8E}"/>
                </a:ext>
              </a:extLst>
            </p:cNvPr>
            <p:cNvSpPr/>
            <p:nvPr/>
          </p:nvSpPr>
          <p:spPr>
            <a:xfrm>
              <a:off x="981642" y="2719550"/>
              <a:ext cx="778391" cy="3951115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10BE9CC5-3ED6-5D01-88DA-EB96950768CC}"/>
                </a:ext>
              </a:extLst>
            </p:cNvPr>
            <p:cNvSpPr/>
            <p:nvPr/>
          </p:nvSpPr>
          <p:spPr>
            <a:xfrm>
              <a:off x="856863" y="2382106"/>
              <a:ext cx="1062847" cy="246264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3E40D7D-6E81-EF55-A4C8-1B81EACFF2A9}"/>
                </a:ext>
              </a:extLst>
            </p:cNvPr>
            <p:cNvSpPr txBox="1"/>
            <p:nvPr/>
          </p:nvSpPr>
          <p:spPr>
            <a:xfrm>
              <a:off x="752912" y="2357240"/>
              <a:ext cx="1266027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3140-01/02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61" name="Retângulo 260">
              <a:extLst>
                <a:ext uri="{FF2B5EF4-FFF2-40B4-BE49-F238E27FC236}">
                  <a16:creationId xmlns:a16="http://schemas.microsoft.com/office/drawing/2014/main" id="{8A207312-0C35-A7D2-A9E9-B68CCE90ED59}"/>
                </a:ext>
              </a:extLst>
            </p:cNvPr>
            <p:cNvSpPr/>
            <p:nvPr/>
          </p:nvSpPr>
          <p:spPr>
            <a:xfrm>
              <a:off x="7021537" y="5501300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62" name="Imagem 261">
              <a:extLst>
                <a:ext uri="{FF2B5EF4-FFF2-40B4-BE49-F238E27FC236}">
                  <a16:creationId xmlns:a16="http://schemas.microsoft.com/office/drawing/2014/main" id="{87084D00-B27C-E81C-CD12-D8605DDA0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744607" y="4953828"/>
              <a:ext cx="736063" cy="647812"/>
            </a:xfrm>
            <a:prstGeom prst="rect">
              <a:avLst/>
            </a:prstGeom>
          </p:spPr>
        </p:pic>
        <p:cxnSp>
          <p:nvCxnSpPr>
            <p:cNvPr id="263" name="Conector reto 262">
              <a:extLst>
                <a:ext uri="{FF2B5EF4-FFF2-40B4-BE49-F238E27FC236}">
                  <a16:creationId xmlns:a16="http://schemas.microsoft.com/office/drawing/2014/main" id="{FC9DD51B-A8EB-1599-2F86-C66230E0A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6268" y="3976689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Agrupar 263">
              <a:extLst>
                <a:ext uri="{FF2B5EF4-FFF2-40B4-BE49-F238E27FC236}">
                  <a16:creationId xmlns:a16="http://schemas.microsoft.com/office/drawing/2014/main" id="{7E02FBC6-BDB1-7FFA-E521-50BB37E78ED4}"/>
                </a:ext>
              </a:extLst>
            </p:cNvPr>
            <p:cNvGrpSpPr/>
            <p:nvPr/>
          </p:nvGrpSpPr>
          <p:grpSpPr>
            <a:xfrm>
              <a:off x="6871596" y="4451753"/>
              <a:ext cx="579604" cy="585055"/>
              <a:chOff x="342415" y="3557834"/>
              <a:chExt cx="1220448" cy="1235952"/>
            </a:xfrm>
          </p:grpSpPr>
          <p:sp>
            <p:nvSpPr>
              <p:cNvPr id="265" name="Retângulo 264">
                <a:extLst>
                  <a:ext uri="{FF2B5EF4-FFF2-40B4-BE49-F238E27FC236}">
                    <a16:creationId xmlns:a16="http://schemas.microsoft.com/office/drawing/2014/main" id="{50CD23C9-D873-52FB-A0EC-D8971B31B3E4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6" name="Trapezoide 265">
                <a:extLst>
                  <a:ext uri="{FF2B5EF4-FFF2-40B4-BE49-F238E27FC236}">
                    <a16:creationId xmlns:a16="http://schemas.microsoft.com/office/drawing/2014/main" id="{6EF2A730-8615-FDF5-C36A-9F340D1FC60F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7" name="Retângulo 266">
                <a:extLst>
                  <a:ext uri="{FF2B5EF4-FFF2-40B4-BE49-F238E27FC236}">
                    <a16:creationId xmlns:a16="http://schemas.microsoft.com/office/drawing/2014/main" id="{261F3A16-9C47-6841-4A7D-90BF990AA02F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8" name="CaixaDeTexto 267">
                <a:extLst>
                  <a:ext uri="{FF2B5EF4-FFF2-40B4-BE49-F238E27FC236}">
                    <a16:creationId xmlns:a16="http://schemas.microsoft.com/office/drawing/2014/main" id="{80A7CC52-2377-4DC1-BF36-C655BB5C3D9B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69" name="CaixaDeTexto 268">
                <a:extLst>
                  <a:ext uri="{FF2B5EF4-FFF2-40B4-BE49-F238E27FC236}">
                    <a16:creationId xmlns:a16="http://schemas.microsoft.com/office/drawing/2014/main" id="{036E80FD-2038-18B4-EF51-AF540807AD0F}"/>
                  </a:ext>
                </a:extLst>
              </p:cNvPr>
              <p:cNvSpPr txBox="1"/>
              <p:nvPr/>
            </p:nvSpPr>
            <p:spPr>
              <a:xfrm>
                <a:off x="537064" y="4087788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44</a:t>
                </a:r>
              </a:p>
            </p:txBody>
          </p:sp>
        </p:grpSp>
        <p:cxnSp>
          <p:nvCxnSpPr>
            <p:cNvPr id="270" name="Conector reto 269">
              <a:extLst>
                <a:ext uri="{FF2B5EF4-FFF2-40B4-BE49-F238E27FC236}">
                  <a16:creationId xmlns:a16="http://schemas.microsoft.com/office/drawing/2014/main" id="{1B9960DB-9D4D-86D4-E348-A85105CF0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7138" y="3055407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1" name="Imagem 270">
              <a:extLst>
                <a:ext uri="{FF2B5EF4-FFF2-40B4-BE49-F238E27FC236}">
                  <a16:creationId xmlns:a16="http://schemas.microsoft.com/office/drawing/2014/main" id="{68FFD102-5DF4-BF9D-002D-0C975E06A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884990" y="3424524"/>
              <a:ext cx="591213" cy="658107"/>
            </a:xfrm>
            <a:prstGeom prst="rect">
              <a:avLst/>
            </a:prstGeom>
          </p:spPr>
        </p:pic>
        <p:sp>
          <p:nvSpPr>
            <p:cNvPr id="272" name="Elipse 271">
              <a:extLst>
                <a:ext uri="{FF2B5EF4-FFF2-40B4-BE49-F238E27FC236}">
                  <a16:creationId xmlns:a16="http://schemas.microsoft.com/office/drawing/2014/main" id="{65BBA6A7-8550-C102-47D5-DF35AA9B5CBF}"/>
                </a:ext>
              </a:extLst>
            </p:cNvPr>
            <p:cNvSpPr/>
            <p:nvPr/>
          </p:nvSpPr>
          <p:spPr>
            <a:xfrm>
              <a:off x="7095093" y="413289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3" name="Elipse 272">
              <a:extLst>
                <a:ext uri="{FF2B5EF4-FFF2-40B4-BE49-F238E27FC236}">
                  <a16:creationId xmlns:a16="http://schemas.microsoft.com/office/drawing/2014/main" id="{EEF9EDC9-736B-AD01-2FA0-962BAC0D57B8}"/>
                </a:ext>
              </a:extLst>
            </p:cNvPr>
            <p:cNvSpPr/>
            <p:nvPr/>
          </p:nvSpPr>
          <p:spPr>
            <a:xfrm>
              <a:off x="7079026" y="319523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641E5FE8-E368-BD1E-7729-132E74893702}"/>
                </a:ext>
              </a:extLst>
            </p:cNvPr>
            <p:cNvSpPr/>
            <p:nvPr/>
          </p:nvSpPr>
          <p:spPr>
            <a:xfrm>
              <a:off x="7784239" y="5501300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75" name="Imagem 274">
              <a:extLst>
                <a:ext uri="{FF2B5EF4-FFF2-40B4-BE49-F238E27FC236}">
                  <a16:creationId xmlns:a16="http://schemas.microsoft.com/office/drawing/2014/main" id="{ED7E987B-9477-5299-0E01-417BF5AA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507309" y="4953828"/>
              <a:ext cx="736063" cy="647812"/>
            </a:xfrm>
            <a:prstGeom prst="rect">
              <a:avLst/>
            </a:prstGeom>
          </p:spPr>
        </p:pic>
        <p:cxnSp>
          <p:nvCxnSpPr>
            <p:cNvPr id="276" name="Conector reto 275">
              <a:extLst>
                <a:ext uri="{FF2B5EF4-FFF2-40B4-BE49-F238E27FC236}">
                  <a16:creationId xmlns:a16="http://schemas.microsoft.com/office/drawing/2014/main" id="{4B4F132E-68A7-7BB4-64A3-70E52145E6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4007" y="3976689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Agrupar 276">
              <a:extLst>
                <a:ext uri="{FF2B5EF4-FFF2-40B4-BE49-F238E27FC236}">
                  <a16:creationId xmlns:a16="http://schemas.microsoft.com/office/drawing/2014/main" id="{35C17CCD-1121-3932-43AE-7DDCFBABEB36}"/>
                </a:ext>
              </a:extLst>
            </p:cNvPr>
            <p:cNvGrpSpPr/>
            <p:nvPr/>
          </p:nvGrpSpPr>
          <p:grpSpPr>
            <a:xfrm>
              <a:off x="7634297" y="4451753"/>
              <a:ext cx="579604" cy="599477"/>
              <a:chOff x="342415" y="3557834"/>
              <a:chExt cx="1220448" cy="1266419"/>
            </a:xfrm>
          </p:grpSpPr>
          <p:sp>
            <p:nvSpPr>
              <p:cNvPr id="278" name="Retângulo 277">
                <a:extLst>
                  <a:ext uri="{FF2B5EF4-FFF2-40B4-BE49-F238E27FC236}">
                    <a16:creationId xmlns:a16="http://schemas.microsoft.com/office/drawing/2014/main" id="{5F63842B-EDEB-3124-8C22-468D902E3FF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79" name="Trapezoide 278">
                <a:extLst>
                  <a:ext uri="{FF2B5EF4-FFF2-40B4-BE49-F238E27FC236}">
                    <a16:creationId xmlns:a16="http://schemas.microsoft.com/office/drawing/2014/main" id="{AD9DA53C-7ED7-2DE2-82FC-0D00E0A9ACB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0" name="Retângulo 279">
                <a:extLst>
                  <a:ext uri="{FF2B5EF4-FFF2-40B4-BE49-F238E27FC236}">
                    <a16:creationId xmlns:a16="http://schemas.microsoft.com/office/drawing/2014/main" id="{94A3177A-72A4-ED66-CE2E-C3D59581F8E6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1" name="CaixaDeTexto 280">
                <a:extLst>
                  <a:ext uri="{FF2B5EF4-FFF2-40B4-BE49-F238E27FC236}">
                    <a16:creationId xmlns:a16="http://schemas.microsoft.com/office/drawing/2014/main" id="{7C3F3F09-0A46-2604-5D69-FE1138556AA5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82" name="CaixaDeTexto 281">
                <a:extLst>
                  <a:ext uri="{FF2B5EF4-FFF2-40B4-BE49-F238E27FC236}">
                    <a16:creationId xmlns:a16="http://schemas.microsoft.com/office/drawing/2014/main" id="{3C3C62D6-7A2A-ABEA-57CE-64408405472F}"/>
                  </a:ext>
                </a:extLst>
              </p:cNvPr>
              <p:cNvSpPr txBox="1"/>
              <p:nvPr/>
            </p:nvSpPr>
            <p:spPr>
              <a:xfrm>
                <a:off x="496008" y="4071929"/>
                <a:ext cx="942225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45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83" name="Conector reto 282">
              <a:extLst>
                <a:ext uri="{FF2B5EF4-FFF2-40B4-BE49-F238E27FC236}">
                  <a16:creationId xmlns:a16="http://schemas.microsoft.com/office/drawing/2014/main" id="{B70B48B2-6B1A-80D0-F7D1-D2A1D2F6EA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840" y="3055407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4" name="Imagem 283">
              <a:extLst>
                <a:ext uri="{FF2B5EF4-FFF2-40B4-BE49-F238E27FC236}">
                  <a16:creationId xmlns:a16="http://schemas.microsoft.com/office/drawing/2014/main" id="{3C78063E-B358-223F-AC38-F2C160B9C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640211" y="3424524"/>
              <a:ext cx="591213" cy="658107"/>
            </a:xfrm>
            <a:prstGeom prst="rect">
              <a:avLst/>
            </a:prstGeom>
          </p:spPr>
        </p:pic>
        <p:sp>
          <p:nvSpPr>
            <p:cNvPr id="285" name="Elipse 284">
              <a:extLst>
                <a:ext uri="{FF2B5EF4-FFF2-40B4-BE49-F238E27FC236}">
                  <a16:creationId xmlns:a16="http://schemas.microsoft.com/office/drawing/2014/main" id="{7656C138-B76E-0215-9EE3-C955597563BA}"/>
                </a:ext>
              </a:extLst>
            </p:cNvPr>
            <p:cNvSpPr/>
            <p:nvPr/>
          </p:nvSpPr>
          <p:spPr>
            <a:xfrm>
              <a:off x="7842831" y="413289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6" name="Elipse 285">
              <a:extLst>
                <a:ext uri="{FF2B5EF4-FFF2-40B4-BE49-F238E27FC236}">
                  <a16:creationId xmlns:a16="http://schemas.microsoft.com/office/drawing/2014/main" id="{614A11DC-AA1F-1313-776A-075BA257F7F9}"/>
                </a:ext>
              </a:extLst>
            </p:cNvPr>
            <p:cNvSpPr/>
            <p:nvPr/>
          </p:nvSpPr>
          <p:spPr>
            <a:xfrm>
              <a:off x="7841727" y="319523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42000489-39D6-1357-399A-E76EA032C162}"/>
                </a:ext>
              </a:extLst>
            </p:cNvPr>
            <p:cNvSpPr/>
            <p:nvPr/>
          </p:nvSpPr>
          <p:spPr>
            <a:xfrm>
              <a:off x="8562014" y="5502971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8" name="Imagem 287">
              <a:extLst>
                <a:ext uri="{FF2B5EF4-FFF2-40B4-BE49-F238E27FC236}">
                  <a16:creationId xmlns:a16="http://schemas.microsoft.com/office/drawing/2014/main" id="{4285874A-B6A0-FAD9-2010-579DAFEE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285083" y="4955500"/>
              <a:ext cx="736063" cy="647812"/>
            </a:xfrm>
            <a:prstGeom prst="rect">
              <a:avLst/>
            </a:prstGeom>
          </p:spPr>
        </p:pic>
        <p:cxnSp>
          <p:nvCxnSpPr>
            <p:cNvPr id="289" name="Conector reto 288">
              <a:extLst>
                <a:ext uri="{FF2B5EF4-FFF2-40B4-BE49-F238E27FC236}">
                  <a16:creationId xmlns:a16="http://schemas.microsoft.com/office/drawing/2014/main" id="{A308B10C-3561-EBEC-858B-5A239BC324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1781" y="3978360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Agrupar 289">
              <a:extLst>
                <a:ext uri="{FF2B5EF4-FFF2-40B4-BE49-F238E27FC236}">
                  <a16:creationId xmlns:a16="http://schemas.microsoft.com/office/drawing/2014/main" id="{88BDB96C-B6E3-7882-F11E-4801BE5C77B2}"/>
                </a:ext>
              </a:extLst>
            </p:cNvPr>
            <p:cNvGrpSpPr/>
            <p:nvPr/>
          </p:nvGrpSpPr>
          <p:grpSpPr>
            <a:xfrm>
              <a:off x="8412072" y="4453425"/>
              <a:ext cx="579604" cy="568991"/>
              <a:chOff x="342415" y="3557834"/>
              <a:chExt cx="1220448" cy="1202016"/>
            </a:xfrm>
          </p:grpSpPr>
          <p:sp>
            <p:nvSpPr>
              <p:cNvPr id="291" name="Retângulo 290">
                <a:extLst>
                  <a:ext uri="{FF2B5EF4-FFF2-40B4-BE49-F238E27FC236}">
                    <a16:creationId xmlns:a16="http://schemas.microsoft.com/office/drawing/2014/main" id="{9FEAB012-7BF3-033A-DF96-0E527D03AE47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2" name="Trapezoide 291">
                <a:extLst>
                  <a:ext uri="{FF2B5EF4-FFF2-40B4-BE49-F238E27FC236}">
                    <a16:creationId xmlns:a16="http://schemas.microsoft.com/office/drawing/2014/main" id="{150931D1-ECC9-53A4-7474-50D9B6680372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3" name="Retângulo 292">
                <a:extLst>
                  <a:ext uri="{FF2B5EF4-FFF2-40B4-BE49-F238E27FC236}">
                    <a16:creationId xmlns:a16="http://schemas.microsoft.com/office/drawing/2014/main" id="{65BC20F6-BA10-73C7-4F4E-4B45FB4EF30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4" name="CaixaDeTexto 293">
                <a:extLst>
                  <a:ext uri="{FF2B5EF4-FFF2-40B4-BE49-F238E27FC236}">
                    <a16:creationId xmlns:a16="http://schemas.microsoft.com/office/drawing/2014/main" id="{C9B7EEE8-40E2-0480-29B4-6428CE8565C1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95" name="CaixaDeTexto 294">
                <a:extLst>
                  <a:ext uri="{FF2B5EF4-FFF2-40B4-BE49-F238E27FC236}">
                    <a16:creationId xmlns:a16="http://schemas.microsoft.com/office/drawing/2014/main" id="{36A36D95-8812-FF5D-268F-D6BAF50C13D6}"/>
                  </a:ext>
                </a:extLst>
              </p:cNvPr>
              <p:cNvSpPr txBox="1"/>
              <p:nvPr/>
            </p:nvSpPr>
            <p:spPr>
              <a:xfrm>
                <a:off x="431196" y="4068399"/>
                <a:ext cx="1087461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47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96" name="Conector reto 295">
              <a:extLst>
                <a:ext uri="{FF2B5EF4-FFF2-40B4-BE49-F238E27FC236}">
                  <a16:creationId xmlns:a16="http://schemas.microsoft.com/office/drawing/2014/main" id="{339D6DAA-4EB8-41AB-3D9C-78D9A8E4A8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7616" y="305707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97" name="Imagem 296">
              <a:extLst>
                <a:ext uri="{FF2B5EF4-FFF2-40B4-BE49-F238E27FC236}">
                  <a16:creationId xmlns:a16="http://schemas.microsoft.com/office/drawing/2014/main" id="{9414184D-34D8-C0A8-DD52-FA4AEC353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417985" y="3426195"/>
              <a:ext cx="591213" cy="658107"/>
            </a:xfrm>
            <a:prstGeom prst="rect">
              <a:avLst/>
            </a:prstGeom>
          </p:spPr>
        </p:pic>
        <p:sp>
          <p:nvSpPr>
            <p:cNvPr id="298" name="Elipse 297">
              <a:extLst>
                <a:ext uri="{FF2B5EF4-FFF2-40B4-BE49-F238E27FC236}">
                  <a16:creationId xmlns:a16="http://schemas.microsoft.com/office/drawing/2014/main" id="{7E168565-0C71-F7CA-A687-424754807D70}"/>
                </a:ext>
              </a:extLst>
            </p:cNvPr>
            <p:cNvSpPr/>
            <p:nvPr/>
          </p:nvSpPr>
          <p:spPr>
            <a:xfrm>
              <a:off x="8620606" y="413456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99" name="Elipse 298">
              <a:extLst>
                <a:ext uri="{FF2B5EF4-FFF2-40B4-BE49-F238E27FC236}">
                  <a16:creationId xmlns:a16="http://schemas.microsoft.com/office/drawing/2014/main" id="{63594516-9C64-DE14-BC93-94C23805EA3A}"/>
                </a:ext>
              </a:extLst>
            </p:cNvPr>
            <p:cNvSpPr/>
            <p:nvPr/>
          </p:nvSpPr>
          <p:spPr>
            <a:xfrm>
              <a:off x="8619502" y="319690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2" name="Retângulo 301">
              <a:extLst>
                <a:ext uri="{FF2B5EF4-FFF2-40B4-BE49-F238E27FC236}">
                  <a16:creationId xmlns:a16="http://schemas.microsoft.com/office/drawing/2014/main" id="{975B83F7-DAE9-E55E-C472-C60047072C20}"/>
                </a:ext>
              </a:extLst>
            </p:cNvPr>
            <p:cNvSpPr/>
            <p:nvPr/>
          </p:nvSpPr>
          <p:spPr>
            <a:xfrm>
              <a:off x="1837645" y="2705574"/>
              <a:ext cx="3341823" cy="3951115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4" name="Retângulo: Cantos Arredondados 303">
              <a:extLst>
                <a:ext uri="{FF2B5EF4-FFF2-40B4-BE49-F238E27FC236}">
                  <a16:creationId xmlns:a16="http://schemas.microsoft.com/office/drawing/2014/main" id="{320C5AE5-20E0-17A7-415D-8A2954308CC3}"/>
                </a:ext>
              </a:extLst>
            </p:cNvPr>
            <p:cNvSpPr/>
            <p:nvPr/>
          </p:nvSpPr>
          <p:spPr>
            <a:xfrm>
              <a:off x="3003825" y="2369432"/>
              <a:ext cx="831417" cy="246264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5" name="CaixaDeTexto 304">
              <a:extLst>
                <a:ext uri="{FF2B5EF4-FFF2-40B4-BE49-F238E27FC236}">
                  <a16:creationId xmlns:a16="http://schemas.microsoft.com/office/drawing/2014/main" id="{8B6D1944-3723-FA22-5806-FD3EEFF7AFFA}"/>
                </a:ext>
              </a:extLst>
            </p:cNvPr>
            <p:cNvSpPr txBox="1"/>
            <p:nvPr/>
          </p:nvSpPr>
          <p:spPr>
            <a:xfrm>
              <a:off x="2983729" y="2348993"/>
              <a:ext cx="860574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3140-03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96975A1C-C6FF-9D5D-9396-461DDD985691}"/>
                </a:ext>
              </a:extLst>
            </p:cNvPr>
            <p:cNvSpPr/>
            <p:nvPr/>
          </p:nvSpPr>
          <p:spPr>
            <a:xfrm>
              <a:off x="5297122" y="2705574"/>
              <a:ext cx="3752898" cy="3951115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58A098C-D513-411F-85C0-1B0114284FC7}"/>
                </a:ext>
              </a:extLst>
            </p:cNvPr>
            <p:cNvSpPr/>
            <p:nvPr/>
          </p:nvSpPr>
          <p:spPr>
            <a:xfrm>
              <a:off x="6700502" y="2345567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8EA2ACE-D47E-DD3F-A2B1-1E89F27EAC75}"/>
                </a:ext>
              </a:extLst>
            </p:cNvPr>
            <p:cNvSpPr txBox="1"/>
            <p:nvPr/>
          </p:nvSpPr>
          <p:spPr>
            <a:xfrm>
              <a:off x="6713891" y="2330946"/>
              <a:ext cx="832043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3140-04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427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6506-264F-871C-54BD-499B1E1A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C69E842-C123-129B-145C-FA73E42C1C03}"/>
              </a:ext>
            </a:extLst>
          </p:cNvPr>
          <p:cNvSpPr/>
          <p:nvPr/>
        </p:nvSpPr>
        <p:spPr>
          <a:xfrm>
            <a:off x="7304795" y="297057"/>
            <a:ext cx="1523549" cy="8805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BE3A6726-3EAB-7D5F-9D03-A49167752A14}"/>
              </a:ext>
            </a:extLst>
          </p:cNvPr>
          <p:cNvSpPr/>
          <p:nvPr/>
        </p:nvSpPr>
        <p:spPr>
          <a:xfrm>
            <a:off x="7413722" y="445522"/>
            <a:ext cx="234667" cy="238951"/>
          </a:xfrm>
          <a:prstGeom prst="ellipse">
            <a:avLst/>
          </a:prstGeom>
          <a:solidFill>
            <a:srgbClr val="4EA7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0DD43F7-46DF-0FA2-50BC-904EC2F08EE9}"/>
              </a:ext>
            </a:extLst>
          </p:cNvPr>
          <p:cNvSpPr/>
          <p:nvPr/>
        </p:nvSpPr>
        <p:spPr>
          <a:xfrm>
            <a:off x="7421915" y="796932"/>
            <a:ext cx="234667" cy="23895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2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0DDBC3F-80F7-6B2F-2D44-9E71A5D63579}"/>
              </a:ext>
            </a:extLst>
          </p:cNvPr>
          <p:cNvSpPr txBox="1"/>
          <p:nvPr/>
        </p:nvSpPr>
        <p:spPr>
          <a:xfrm>
            <a:off x="7656945" y="454420"/>
            <a:ext cx="852781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NORMAL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201D19B-3552-D3E7-FF22-FD052FF58ED8}"/>
              </a:ext>
            </a:extLst>
          </p:cNvPr>
          <p:cNvSpPr txBox="1"/>
          <p:nvPr/>
        </p:nvSpPr>
        <p:spPr>
          <a:xfrm>
            <a:off x="7663934" y="811728"/>
            <a:ext cx="1164410" cy="24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2">
                <a:latin typeface="Manrope ExtraBold" pitchFamily="2" charset="0"/>
              </a:rPr>
              <a:t>IRREGULAR</a:t>
            </a: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6E3702A7-D1AA-43F4-0484-5E2DBCA4416A}"/>
              </a:ext>
            </a:extLst>
          </p:cNvPr>
          <p:cNvSpPr txBox="1"/>
          <p:nvPr/>
        </p:nvSpPr>
        <p:spPr>
          <a:xfrm>
            <a:off x="633700" y="486281"/>
            <a:ext cx="3593158" cy="575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43" dirty="0">
                <a:solidFill>
                  <a:srgbClr val="F37A19"/>
                </a:solidFill>
                <a:latin typeface="Manrope ExtraBold" pitchFamily="2" charset="0"/>
              </a:rPr>
              <a:t>LAÇO 6(TENOVA)</a:t>
            </a:r>
          </a:p>
        </p:txBody>
      </p: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60FD298D-AE28-5F88-1540-4515B32A5CCF}"/>
              </a:ext>
            </a:extLst>
          </p:cNvPr>
          <p:cNvCxnSpPr>
            <a:cxnSpLocks/>
          </p:cNvCxnSpPr>
          <p:nvPr/>
        </p:nvCxnSpPr>
        <p:spPr>
          <a:xfrm flipV="1">
            <a:off x="5112038" y="1205635"/>
            <a:ext cx="0" cy="18524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1" name="Imagem 200">
            <a:extLst>
              <a:ext uri="{FF2B5EF4-FFF2-40B4-BE49-F238E27FC236}">
                <a16:creationId xmlns:a16="http://schemas.microsoft.com/office/drawing/2014/main" id="{32E73A73-2FA5-06E6-614B-DA754857B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3" t="14800" r="13864" b="7334"/>
          <a:stretch>
            <a:fillRect/>
          </a:stretch>
        </p:blipFill>
        <p:spPr>
          <a:xfrm>
            <a:off x="4318668" y="217790"/>
            <a:ext cx="1586739" cy="1230619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8864CBF2-3F69-2F27-9E91-9BCC663741E2}"/>
              </a:ext>
            </a:extLst>
          </p:cNvPr>
          <p:cNvGrpSpPr/>
          <p:nvPr/>
        </p:nvGrpSpPr>
        <p:grpSpPr>
          <a:xfrm>
            <a:off x="185480" y="2293079"/>
            <a:ext cx="9486604" cy="4554377"/>
            <a:chOff x="780903" y="2335671"/>
            <a:chExt cx="8388183" cy="4341664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0714DCEC-C336-4397-D69D-DF27E7063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1230" y="303225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tângulo 83">
              <a:extLst>
                <a:ext uri="{FF2B5EF4-FFF2-40B4-BE49-F238E27FC236}">
                  <a16:creationId xmlns:a16="http://schemas.microsoft.com/office/drawing/2014/main" id="{2FE67BA5-F0D8-D921-F9D9-BFF2AA24CFA7}"/>
                </a:ext>
              </a:extLst>
            </p:cNvPr>
            <p:cNvSpPr/>
            <p:nvPr/>
          </p:nvSpPr>
          <p:spPr>
            <a:xfrm>
              <a:off x="2074923" y="5473347"/>
              <a:ext cx="233453" cy="110970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CA849EE4-E469-2AB9-2F0E-397816C663BB}"/>
                </a:ext>
              </a:extLst>
            </p:cNvPr>
            <p:cNvSpPr/>
            <p:nvPr/>
          </p:nvSpPr>
          <p:spPr>
            <a:xfrm>
              <a:off x="1213949" y="5487324"/>
              <a:ext cx="233453" cy="1132492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86" name="Conector reto 85">
              <a:extLst>
                <a:ext uri="{FF2B5EF4-FFF2-40B4-BE49-F238E27FC236}">
                  <a16:creationId xmlns:a16="http://schemas.microsoft.com/office/drawing/2014/main" id="{34662AC2-5341-6F92-12C4-02B0D0534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6642" y="3962713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Imagem 86">
              <a:extLst>
                <a:ext uri="{FF2B5EF4-FFF2-40B4-BE49-F238E27FC236}">
                  <a16:creationId xmlns:a16="http://schemas.microsoft.com/office/drawing/2014/main" id="{970AC101-BABB-0717-B74D-E755B47DA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940920" y="4939853"/>
              <a:ext cx="736063" cy="647812"/>
            </a:xfrm>
            <a:prstGeom prst="rect">
              <a:avLst/>
            </a:prstGeom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id="{1791A7B7-A3C1-EC6B-671F-A4606865F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1797994" y="4925877"/>
              <a:ext cx="736063" cy="647812"/>
            </a:xfrm>
            <a:prstGeom prst="rect">
              <a:avLst/>
            </a:prstGeom>
          </p:spPr>
        </p:pic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E5A21AFB-7A06-3A94-D65B-AA886473324D}"/>
                </a:ext>
              </a:extLst>
            </p:cNvPr>
            <p:cNvGrpSpPr/>
            <p:nvPr/>
          </p:nvGrpSpPr>
          <p:grpSpPr>
            <a:xfrm>
              <a:off x="1039739" y="4437777"/>
              <a:ext cx="579604" cy="568991"/>
              <a:chOff x="342415" y="3557834"/>
              <a:chExt cx="1220448" cy="1202016"/>
            </a:xfrm>
          </p:grpSpPr>
          <p:sp>
            <p:nvSpPr>
              <p:cNvPr id="91" name="Retângulo 90">
                <a:extLst>
                  <a:ext uri="{FF2B5EF4-FFF2-40B4-BE49-F238E27FC236}">
                    <a16:creationId xmlns:a16="http://schemas.microsoft.com/office/drawing/2014/main" id="{15B5497A-E36A-CD38-3BF6-1C209729B374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2" name="Trapezoide 91">
                <a:extLst>
                  <a:ext uri="{FF2B5EF4-FFF2-40B4-BE49-F238E27FC236}">
                    <a16:creationId xmlns:a16="http://schemas.microsoft.com/office/drawing/2014/main" id="{192C6731-EF94-3B7C-A6FB-BE61B8A8CDDF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3" name="Retângulo 92">
                <a:extLst>
                  <a:ext uri="{FF2B5EF4-FFF2-40B4-BE49-F238E27FC236}">
                    <a16:creationId xmlns:a16="http://schemas.microsoft.com/office/drawing/2014/main" id="{B18E168E-84AF-7363-B5B8-C51DEB6D3160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91E2540B-2F80-2024-5660-47AEFEEF105F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1B733AEE-FA72-2D66-4ED4-229CF645B3AA}"/>
                  </a:ext>
                </a:extLst>
              </p:cNvPr>
              <p:cNvSpPr txBox="1"/>
              <p:nvPr/>
            </p:nvSpPr>
            <p:spPr>
              <a:xfrm>
                <a:off x="520286" y="4154145"/>
                <a:ext cx="950503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51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CE188DF3-9446-7885-3FF2-51C3E9A1FE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9655" y="3948736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C6C315CC-436E-EE3B-EB98-2766D7C94F23}"/>
                </a:ext>
              </a:extLst>
            </p:cNvPr>
            <p:cNvGrpSpPr/>
            <p:nvPr/>
          </p:nvGrpSpPr>
          <p:grpSpPr>
            <a:xfrm>
              <a:off x="1902537" y="4423801"/>
              <a:ext cx="579604" cy="568991"/>
              <a:chOff x="342415" y="3557834"/>
              <a:chExt cx="1220448" cy="1202016"/>
            </a:xfrm>
          </p:grpSpPr>
          <p:sp>
            <p:nvSpPr>
              <p:cNvPr id="105" name="Retângulo 104">
                <a:extLst>
                  <a:ext uri="{FF2B5EF4-FFF2-40B4-BE49-F238E27FC236}">
                    <a16:creationId xmlns:a16="http://schemas.microsoft.com/office/drawing/2014/main" id="{707233B9-81A7-BBF4-EE7D-60D4FD9C35FD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6" name="Trapezoide 105">
                <a:extLst>
                  <a:ext uri="{FF2B5EF4-FFF2-40B4-BE49-F238E27FC236}">
                    <a16:creationId xmlns:a16="http://schemas.microsoft.com/office/drawing/2014/main" id="{E1799D4E-F123-9C1F-2559-E189691A40C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7" name="Retângulo 106">
                <a:extLst>
                  <a:ext uri="{FF2B5EF4-FFF2-40B4-BE49-F238E27FC236}">
                    <a16:creationId xmlns:a16="http://schemas.microsoft.com/office/drawing/2014/main" id="{119CF99C-022A-D4C5-B250-2577D58A936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3EF440CB-2E9D-03EE-0069-D07A40B94064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09" name="CaixaDeTexto 108">
                <a:extLst>
                  <a:ext uri="{FF2B5EF4-FFF2-40B4-BE49-F238E27FC236}">
                    <a16:creationId xmlns:a16="http://schemas.microsoft.com/office/drawing/2014/main" id="{AA6F16E0-6046-7A65-362D-D37B68F4BA6B}"/>
                  </a:ext>
                </a:extLst>
              </p:cNvPr>
              <p:cNvSpPr txBox="1"/>
              <p:nvPr/>
            </p:nvSpPr>
            <p:spPr>
              <a:xfrm>
                <a:off x="475061" y="4112262"/>
                <a:ext cx="1019886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48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74D59160-B661-762D-2946-D83A56BCFF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4671" y="302751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BE619BA0-665B-9050-DBD8-114BDD656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525" y="3027455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Imagem 111">
              <a:extLst>
                <a:ext uri="{FF2B5EF4-FFF2-40B4-BE49-F238E27FC236}">
                  <a16:creationId xmlns:a16="http://schemas.microsoft.com/office/drawing/2014/main" id="{97DB273A-3C98-B985-026B-6F1D9B547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053134" y="3410548"/>
              <a:ext cx="591213" cy="658107"/>
            </a:xfrm>
            <a:prstGeom prst="rect">
              <a:avLst/>
            </a:prstGeom>
          </p:spPr>
        </p:pic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6EE59BFE-216A-0034-AB88-B63F5BF0DB1F}"/>
                </a:ext>
              </a:extLst>
            </p:cNvPr>
            <p:cNvSpPr/>
            <p:nvPr/>
          </p:nvSpPr>
          <p:spPr>
            <a:xfrm>
              <a:off x="1254485" y="411891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FE15EA07-52D7-89F5-B0DE-C03DBADDE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1938376" y="3396572"/>
              <a:ext cx="591213" cy="658107"/>
            </a:xfrm>
            <a:prstGeom prst="rect">
              <a:avLst/>
            </a:prstGeom>
          </p:spPr>
        </p:pic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686E72D6-2FC5-3E9A-4AD6-A38CE9FAA76D}"/>
                </a:ext>
              </a:extLst>
            </p:cNvPr>
            <p:cNvSpPr/>
            <p:nvPr/>
          </p:nvSpPr>
          <p:spPr>
            <a:xfrm>
              <a:off x="2155961" y="4104938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9F757CBE-5D09-F947-7813-62A2C5E029B2}"/>
                </a:ext>
              </a:extLst>
            </p:cNvPr>
            <p:cNvSpPr/>
            <p:nvPr/>
          </p:nvSpPr>
          <p:spPr>
            <a:xfrm>
              <a:off x="1258691" y="318740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268FDEDD-A1D2-175D-076E-85F0A70046A7}"/>
                </a:ext>
              </a:extLst>
            </p:cNvPr>
            <p:cNvSpPr/>
            <p:nvPr/>
          </p:nvSpPr>
          <p:spPr>
            <a:xfrm>
              <a:off x="2132411" y="3167281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1" name="Conector reto 120">
              <a:extLst>
                <a:ext uri="{FF2B5EF4-FFF2-40B4-BE49-F238E27FC236}">
                  <a16:creationId xmlns:a16="http://schemas.microsoft.com/office/drawing/2014/main" id="{E21052EB-E282-5D43-8E63-33757A3A25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643" y="3038096"/>
              <a:ext cx="7530959" cy="117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tângulo 121">
              <a:extLst>
                <a:ext uri="{FF2B5EF4-FFF2-40B4-BE49-F238E27FC236}">
                  <a16:creationId xmlns:a16="http://schemas.microsoft.com/office/drawing/2014/main" id="{3739B0E0-9136-1BB6-5E3F-C71184DB59F1}"/>
                </a:ext>
              </a:extLst>
            </p:cNvPr>
            <p:cNvSpPr/>
            <p:nvPr/>
          </p:nvSpPr>
          <p:spPr>
            <a:xfrm>
              <a:off x="3809906" y="5478507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id="{BFBC58E6-945A-3203-C52E-2133CF0F017D}"/>
                </a:ext>
              </a:extLst>
            </p:cNvPr>
            <p:cNvSpPr/>
            <p:nvPr/>
          </p:nvSpPr>
          <p:spPr>
            <a:xfrm>
              <a:off x="4607070" y="5492262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id="{7446C080-31E1-C7BE-9A7F-ED400CFF5C3B}"/>
                </a:ext>
              </a:extLst>
            </p:cNvPr>
            <p:cNvSpPr/>
            <p:nvPr/>
          </p:nvSpPr>
          <p:spPr>
            <a:xfrm>
              <a:off x="2981018" y="5478507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cxnSp>
          <p:nvCxnSpPr>
            <p:cNvPr id="125" name="Conector reto 124">
              <a:extLst>
                <a:ext uri="{FF2B5EF4-FFF2-40B4-BE49-F238E27FC236}">
                  <a16:creationId xmlns:a16="http://schemas.microsoft.com/office/drawing/2014/main" id="{3C76C009-A77C-D357-7288-742BBA0D78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1266" y="3953897"/>
              <a:ext cx="27769" cy="113249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E38E56CD-EB9B-381C-C168-26B2A461D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2700506" y="4931037"/>
              <a:ext cx="736063" cy="647812"/>
            </a:xfrm>
            <a:prstGeom prst="rect">
              <a:avLst/>
            </a:prstGeom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CA6E6F4E-31E5-5E3E-859B-EC1F161E7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3540670" y="4931037"/>
              <a:ext cx="736063" cy="647812"/>
            </a:xfrm>
            <a:prstGeom prst="rect">
              <a:avLst/>
            </a:prstGeom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78B871E9-4F01-8507-6276-9E48AE234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4330141" y="4944791"/>
              <a:ext cx="736063" cy="647812"/>
            </a:xfrm>
            <a:prstGeom prst="rect">
              <a:avLst/>
            </a:prstGeom>
          </p:spPr>
        </p:pic>
        <p:grpSp>
          <p:nvGrpSpPr>
            <p:cNvPr id="129" name="Agrupar 128">
              <a:extLst>
                <a:ext uri="{FF2B5EF4-FFF2-40B4-BE49-F238E27FC236}">
                  <a16:creationId xmlns:a16="http://schemas.microsoft.com/office/drawing/2014/main" id="{6FB8AB20-8F5D-3D17-0EE8-851BE6E4FB78}"/>
                </a:ext>
              </a:extLst>
            </p:cNvPr>
            <p:cNvGrpSpPr/>
            <p:nvPr/>
          </p:nvGrpSpPr>
          <p:grpSpPr>
            <a:xfrm>
              <a:off x="2799325" y="4428962"/>
              <a:ext cx="579604" cy="609931"/>
              <a:chOff x="342415" y="3557834"/>
              <a:chExt cx="1220448" cy="1288503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D8CED92B-BEAE-5CDF-E8AB-2752A495ED0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1" name="Trapezoide 130">
                <a:extLst>
                  <a:ext uri="{FF2B5EF4-FFF2-40B4-BE49-F238E27FC236}">
                    <a16:creationId xmlns:a16="http://schemas.microsoft.com/office/drawing/2014/main" id="{FE46D6E7-6759-49AF-33E5-B307682FB2FF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2" name="Retângulo 131">
                <a:extLst>
                  <a:ext uri="{FF2B5EF4-FFF2-40B4-BE49-F238E27FC236}">
                    <a16:creationId xmlns:a16="http://schemas.microsoft.com/office/drawing/2014/main" id="{0E71284D-D015-ABF8-946F-120D24D37001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254E4C67-F98A-525A-5FF3-164162BE1F92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5F5CFD24-3610-BFD6-BAC5-0D44ACC05E66}"/>
                  </a:ext>
                </a:extLst>
              </p:cNvPr>
              <p:cNvSpPr txBox="1"/>
              <p:nvPr/>
            </p:nvSpPr>
            <p:spPr>
              <a:xfrm>
                <a:off x="478571" y="4094013"/>
                <a:ext cx="984427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35" name="Conector reto 134">
              <a:extLst>
                <a:ext uri="{FF2B5EF4-FFF2-40B4-BE49-F238E27FC236}">
                  <a16:creationId xmlns:a16="http://schemas.microsoft.com/office/drawing/2014/main" id="{BF21C5CE-44DA-4AD4-7101-DD604E97B9C5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V="1">
              <a:off x="3924444" y="3027455"/>
              <a:ext cx="11949" cy="191728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9B55B0F3-D196-1835-0375-D5849A643FE2}"/>
                </a:ext>
              </a:extLst>
            </p:cNvPr>
            <p:cNvGrpSpPr/>
            <p:nvPr/>
          </p:nvGrpSpPr>
          <p:grpSpPr>
            <a:xfrm>
              <a:off x="3634643" y="4428962"/>
              <a:ext cx="579604" cy="604012"/>
              <a:chOff x="342415" y="3557834"/>
              <a:chExt cx="1220448" cy="1275999"/>
            </a:xfrm>
          </p:grpSpPr>
          <p:sp>
            <p:nvSpPr>
              <p:cNvPr id="137" name="Retângulo 136">
                <a:extLst>
                  <a:ext uri="{FF2B5EF4-FFF2-40B4-BE49-F238E27FC236}">
                    <a16:creationId xmlns:a16="http://schemas.microsoft.com/office/drawing/2014/main" id="{4F3AF870-BF12-6EAD-A1A5-B972850D4AD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8" name="Trapezoide 137">
                <a:extLst>
                  <a:ext uri="{FF2B5EF4-FFF2-40B4-BE49-F238E27FC236}">
                    <a16:creationId xmlns:a16="http://schemas.microsoft.com/office/drawing/2014/main" id="{1E6DF463-6886-7134-53D6-E50E4DEBFF97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39" name="Retângulo 138">
                <a:extLst>
                  <a:ext uri="{FF2B5EF4-FFF2-40B4-BE49-F238E27FC236}">
                    <a16:creationId xmlns:a16="http://schemas.microsoft.com/office/drawing/2014/main" id="{D421FD0E-A71B-444A-AFA7-C4DB802B8AC0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0" name="CaixaDeTexto 139">
                <a:extLst>
                  <a:ext uri="{FF2B5EF4-FFF2-40B4-BE49-F238E27FC236}">
                    <a16:creationId xmlns:a16="http://schemas.microsoft.com/office/drawing/2014/main" id="{1DE8F71E-08F7-CC93-B860-14BB187BE553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1" name="CaixaDeTexto 140">
                <a:extLst>
                  <a:ext uri="{FF2B5EF4-FFF2-40B4-BE49-F238E27FC236}">
                    <a16:creationId xmlns:a16="http://schemas.microsoft.com/office/drawing/2014/main" id="{75C86BC7-317F-6CE2-D29D-A7B6231E7D88}"/>
                  </a:ext>
                </a:extLst>
              </p:cNvPr>
              <p:cNvSpPr txBox="1"/>
              <p:nvPr/>
            </p:nvSpPr>
            <p:spPr>
              <a:xfrm>
                <a:off x="536605" y="4127835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49</a:t>
                </a:r>
                <a:endParaRPr lang="pt-BR" sz="857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42" name="Conector reto 141">
              <a:extLst>
                <a:ext uri="{FF2B5EF4-FFF2-40B4-BE49-F238E27FC236}">
                  <a16:creationId xmlns:a16="http://schemas.microsoft.com/office/drawing/2014/main" id="{C2CED8FE-3DE4-83E7-6820-1147F429AA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1801" y="396765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54CAAE24-8F63-001B-F2BB-761CADF30C15}"/>
                </a:ext>
              </a:extLst>
            </p:cNvPr>
            <p:cNvGrpSpPr/>
            <p:nvPr/>
          </p:nvGrpSpPr>
          <p:grpSpPr>
            <a:xfrm>
              <a:off x="4457129" y="4442717"/>
              <a:ext cx="579604" cy="586585"/>
              <a:chOff x="342415" y="3557834"/>
              <a:chExt cx="1220448" cy="1239184"/>
            </a:xfrm>
          </p:grpSpPr>
          <p:sp>
            <p:nvSpPr>
              <p:cNvPr id="144" name="Retângulo 143">
                <a:extLst>
                  <a:ext uri="{FF2B5EF4-FFF2-40B4-BE49-F238E27FC236}">
                    <a16:creationId xmlns:a16="http://schemas.microsoft.com/office/drawing/2014/main" id="{D93EA58B-F385-EE93-3D6C-703CBD3722C4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5" name="Trapezoide 144">
                <a:extLst>
                  <a:ext uri="{FF2B5EF4-FFF2-40B4-BE49-F238E27FC236}">
                    <a16:creationId xmlns:a16="http://schemas.microsoft.com/office/drawing/2014/main" id="{EA2E3495-66BE-5C5E-7573-4592B57BB446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6" name="Retângulo 145">
                <a:extLst>
                  <a:ext uri="{FF2B5EF4-FFF2-40B4-BE49-F238E27FC236}">
                    <a16:creationId xmlns:a16="http://schemas.microsoft.com/office/drawing/2014/main" id="{1DA6D03E-AA0F-BC5B-6AD8-588066BA8733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47" name="CaixaDeTexto 146">
                <a:extLst>
                  <a:ext uri="{FF2B5EF4-FFF2-40B4-BE49-F238E27FC236}">
                    <a16:creationId xmlns:a16="http://schemas.microsoft.com/office/drawing/2014/main" id="{6A31AF12-767F-60C2-821B-BA1E562FD72E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48" name="CaixaDeTexto 147">
                <a:extLst>
                  <a:ext uri="{FF2B5EF4-FFF2-40B4-BE49-F238E27FC236}">
                    <a16:creationId xmlns:a16="http://schemas.microsoft.com/office/drawing/2014/main" id="{EEA7423A-FAB0-143F-0613-E7635479DC00}"/>
                  </a:ext>
                </a:extLst>
              </p:cNvPr>
              <p:cNvSpPr txBox="1"/>
              <p:nvPr/>
            </p:nvSpPr>
            <p:spPr>
              <a:xfrm>
                <a:off x="537064" y="4091020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41</a:t>
                </a:r>
              </a:p>
            </p:txBody>
          </p:sp>
        </p:grpSp>
        <p:cxnSp>
          <p:nvCxnSpPr>
            <p:cNvPr id="150" name="Conector reto 149">
              <a:extLst>
                <a:ext uri="{FF2B5EF4-FFF2-40B4-BE49-F238E27FC236}">
                  <a16:creationId xmlns:a16="http://schemas.microsoft.com/office/drawing/2014/main" id="{4CAA0546-6A56-5B33-F561-640FBAB5D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2671" y="304637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1" name="Imagem 150">
              <a:extLst>
                <a:ext uri="{FF2B5EF4-FFF2-40B4-BE49-F238E27FC236}">
                  <a16:creationId xmlns:a16="http://schemas.microsoft.com/office/drawing/2014/main" id="{E0817B66-F627-EF02-202F-E0C38601A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2797756" y="3401732"/>
              <a:ext cx="591213" cy="658107"/>
            </a:xfrm>
            <a:prstGeom prst="rect">
              <a:avLst/>
            </a:prstGeom>
          </p:spPr>
        </p:pic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1C2AB9F9-DA5E-D9ED-7041-3A0E5235FDEB}"/>
                </a:ext>
              </a:extLst>
            </p:cNvPr>
            <p:cNvSpPr/>
            <p:nvPr/>
          </p:nvSpPr>
          <p:spPr>
            <a:xfrm>
              <a:off x="3003108" y="4110099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3" name="Imagem 152">
              <a:extLst>
                <a:ext uri="{FF2B5EF4-FFF2-40B4-BE49-F238E27FC236}">
                  <a16:creationId xmlns:a16="http://schemas.microsoft.com/office/drawing/2014/main" id="{AC947FCE-075C-AAB8-F282-ECEE77A27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3648037" y="3401732"/>
              <a:ext cx="591213" cy="658107"/>
            </a:xfrm>
            <a:prstGeom prst="rect">
              <a:avLst/>
            </a:prstGeom>
          </p:spPr>
        </p:pic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DACB7EBD-5ED0-E934-EF48-5B791C4F9B08}"/>
                </a:ext>
              </a:extLst>
            </p:cNvPr>
            <p:cNvSpPr/>
            <p:nvPr/>
          </p:nvSpPr>
          <p:spPr>
            <a:xfrm>
              <a:off x="3838861" y="4110099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5" name="Imagem 154">
              <a:extLst>
                <a:ext uri="{FF2B5EF4-FFF2-40B4-BE49-F238E27FC236}">
                  <a16:creationId xmlns:a16="http://schemas.microsoft.com/office/drawing/2014/main" id="{42304F4B-266F-D2F1-D58F-E734AA694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4470523" y="3415487"/>
              <a:ext cx="591213" cy="658107"/>
            </a:xfrm>
            <a:prstGeom prst="rect">
              <a:avLst/>
            </a:prstGeom>
          </p:spPr>
        </p:pic>
        <p:sp>
          <p:nvSpPr>
            <p:cNvPr id="156" name="Elipse 155">
              <a:extLst>
                <a:ext uri="{FF2B5EF4-FFF2-40B4-BE49-F238E27FC236}">
                  <a16:creationId xmlns:a16="http://schemas.microsoft.com/office/drawing/2014/main" id="{037A1CAA-0D5E-4B2C-162E-A5E0F7D52073}"/>
                </a:ext>
              </a:extLst>
            </p:cNvPr>
            <p:cNvSpPr/>
            <p:nvPr/>
          </p:nvSpPr>
          <p:spPr>
            <a:xfrm>
              <a:off x="4680626" y="41238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9A1DC2E2-CF68-AFF8-5AC0-C5BC0C809A6A}"/>
                </a:ext>
              </a:extLst>
            </p:cNvPr>
            <p:cNvSpPr/>
            <p:nvPr/>
          </p:nvSpPr>
          <p:spPr>
            <a:xfrm>
              <a:off x="3003314" y="317858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F85044F1-058C-5C56-8573-2C49F555F6F4}"/>
                </a:ext>
              </a:extLst>
            </p:cNvPr>
            <p:cNvSpPr/>
            <p:nvPr/>
          </p:nvSpPr>
          <p:spPr>
            <a:xfrm>
              <a:off x="3844303" y="316621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59" name="Elipse 158">
              <a:extLst>
                <a:ext uri="{FF2B5EF4-FFF2-40B4-BE49-F238E27FC236}">
                  <a16:creationId xmlns:a16="http://schemas.microsoft.com/office/drawing/2014/main" id="{1F31BC4A-15A2-7704-9434-F2CDC0765643}"/>
                </a:ext>
              </a:extLst>
            </p:cNvPr>
            <p:cNvSpPr/>
            <p:nvPr/>
          </p:nvSpPr>
          <p:spPr>
            <a:xfrm>
              <a:off x="4664558" y="318619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5EDA5985-331C-CED2-1264-FF57EFF47E17}"/>
                </a:ext>
              </a:extLst>
            </p:cNvPr>
            <p:cNvSpPr/>
            <p:nvPr/>
          </p:nvSpPr>
          <p:spPr>
            <a:xfrm>
              <a:off x="5336856" y="5492262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85" name="Imagem 184">
              <a:extLst>
                <a:ext uri="{FF2B5EF4-FFF2-40B4-BE49-F238E27FC236}">
                  <a16:creationId xmlns:a16="http://schemas.microsoft.com/office/drawing/2014/main" id="{292775F2-DBBD-E04A-2E16-224D7161B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059926" y="4944791"/>
              <a:ext cx="736063" cy="647812"/>
            </a:xfrm>
            <a:prstGeom prst="rect">
              <a:avLst/>
            </a:prstGeom>
          </p:spPr>
        </p:pic>
        <p:cxnSp>
          <p:nvCxnSpPr>
            <p:cNvPr id="186" name="Conector reto 185">
              <a:extLst>
                <a:ext uri="{FF2B5EF4-FFF2-40B4-BE49-F238E27FC236}">
                  <a16:creationId xmlns:a16="http://schemas.microsoft.com/office/drawing/2014/main" id="{9AA8C5DB-CA9D-3067-81DA-A49690FE09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625" y="396765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7" name="Agrupar 186">
              <a:extLst>
                <a:ext uri="{FF2B5EF4-FFF2-40B4-BE49-F238E27FC236}">
                  <a16:creationId xmlns:a16="http://schemas.microsoft.com/office/drawing/2014/main" id="{174C0B50-3531-712C-4091-4FBC0CC5EF6F}"/>
                </a:ext>
              </a:extLst>
            </p:cNvPr>
            <p:cNvGrpSpPr/>
            <p:nvPr/>
          </p:nvGrpSpPr>
          <p:grpSpPr>
            <a:xfrm>
              <a:off x="5186915" y="4442717"/>
              <a:ext cx="579604" cy="619340"/>
              <a:chOff x="342415" y="3557834"/>
              <a:chExt cx="1220448" cy="1308380"/>
            </a:xfrm>
          </p:grpSpPr>
          <p:sp>
            <p:nvSpPr>
              <p:cNvPr id="188" name="Retângulo 187">
                <a:extLst>
                  <a:ext uri="{FF2B5EF4-FFF2-40B4-BE49-F238E27FC236}">
                    <a16:creationId xmlns:a16="http://schemas.microsoft.com/office/drawing/2014/main" id="{64F42498-9E2E-6183-8A13-54A062B7DD80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89" name="Trapezoide 188">
                <a:extLst>
                  <a:ext uri="{FF2B5EF4-FFF2-40B4-BE49-F238E27FC236}">
                    <a16:creationId xmlns:a16="http://schemas.microsoft.com/office/drawing/2014/main" id="{2E694D0D-CA08-9EDA-84C2-2E91EB798819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0" name="Retângulo 189">
                <a:extLst>
                  <a:ext uri="{FF2B5EF4-FFF2-40B4-BE49-F238E27FC236}">
                    <a16:creationId xmlns:a16="http://schemas.microsoft.com/office/drawing/2014/main" id="{A6B89AF4-26B0-1FB0-CCD8-646FA8869077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C34E80CF-A720-733A-115D-9223ADA76883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192" name="CaixaDeTexto 191">
                <a:extLst>
                  <a:ext uri="{FF2B5EF4-FFF2-40B4-BE49-F238E27FC236}">
                    <a16:creationId xmlns:a16="http://schemas.microsoft.com/office/drawing/2014/main" id="{4A0BA4D3-51E7-D75B-1F72-FA445FFAE8B5}"/>
                  </a:ext>
                </a:extLst>
              </p:cNvPr>
              <p:cNvSpPr txBox="1"/>
              <p:nvPr/>
            </p:nvSpPr>
            <p:spPr>
              <a:xfrm>
                <a:off x="478154" y="4113890"/>
                <a:ext cx="964097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52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B059F947-4584-7BE6-D41F-EADD6FFF6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458" y="3046371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4" name="Imagem 193">
              <a:extLst>
                <a:ext uri="{FF2B5EF4-FFF2-40B4-BE49-F238E27FC236}">
                  <a16:creationId xmlns:a16="http://schemas.microsoft.com/office/drawing/2014/main" id="{75BEC901-EDC1-4AF9-B2A6-C9F649850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192829" y="3415487"/>
              <a:ext cx="591213" cy="658107"/>
            </a:xfrm>
            <a:prstGeom prst="rect">
              <a:avLst/>
            </a:prstGeom>
          </p:spPr>
        </p:pic>
        <p:sp>
          <p:nvSpPr>
            <p:cNvPr id="195" name="Elipse 194">
              <a:extLst>
                <a:ext uri="{FF2B5EF4-FFF2-40B4-BE49-F238E27FC236}">
                  <a16:creationId xmlns:a16="http://schemas.microsoft.com/office/drawing/2014/main" id="{7ACA9FA1-69B0-8D22-F594-DBB422757A1C}"/>
                </a:ext>
              </a:extLst>
            </p:cNvPr>
            <p:cNvSpPr/>
            <p:nvPr/>
          </p:nvSpPr>
          <p:spPr>
            <a:xfrm>
              <a:off x="5395449" y="412385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96" name="Elipse 195">
              <a:extLst>
                <a:ext uri="{FF2B5EF4-FFF2-40B4-BE49-F238E27FC236}">
                  <a16:creationId xmlns:a16="http://schemas.microsoft.com/office/drawing/2014/main" id="{A86EBCBB-19F4-60C2-93A5-51AF93CA6B78}"/>
                </a:ext>
              </a:extLst>
            </p:cNvPr>
            <p:cNvSpPr/>
            <p:nvPr/>
          </p:nvSpPr>
          <p:spPr>
            <a:xfrm>
              <a:off x="5394345" y="318619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69638CD-B855-ACEA-8897-E1CA728B890F}"/>
                </a:ext>
              </a:extLst>
            </p:cNvPr>
            <p:cNvSpPr/>
            <p:nvPr/>
          </p:nvSpPr>
          <p:spPr>
            <a:xfrm>
              <a:off x="6005774" y="5493934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411A766-59B0-5C8F-15C6-A046911AA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5728844" y="4946463"/>
              <a:ext cx="736063" cy="647812"/>
            </a:xfrm>
            <a:prstGeom prst="rect">
              <a:avLst/>
            </a:prstGeom>
          </p:spPr>
        </p:pic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DC313C81-A680-3E14-1D72-2934C646C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42" y="3969323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2D6BAAFE-A18F-615E-A3FB-CC539A58E334}"/>
                </a:ext>
              </a:extLst>
            </p:cNvPr>
            <p:cNvGrpSpPr/>
            <p:nvPr/>
          </p:nvGrpSpPr>
          <p:grpSpPr>
            <a:xfrm>
              <a:off x="5855833" y="4444388"/>
              <a:ext cx="579604" cy="606842"/>
              <a:chOff x="342415" y="3557834"/>
              <a:chExt cx="1220448" cy="128197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0973C3AE-7077-27BE-B8B8-BC12FF7574BA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19" name="Trapezoide 18">
                <a:extLst>
                  <a:ext uri="{FF2B5EF4-FFF2-40B4-BE49-F238E27FC236}">
                    <a16:creationId xmlns:a16="http://schemas.microsoft.com/office/drawing/2014/main" id="{622F16A2-B929-D2B0-E890-10C95AE6F4A9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5DC3860D-A452-0495-8CC3-9C2E37611F0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98B9C79-8284-0247-C0FD-F0B9C59DBFC3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549EC57-B912-DA8C-66A1-A3D9187CD05B}"/>
                  </a:ext>
                </a:extLst>
              </p:cNvPr>
              <p:cNvSpPr txBox="1"/>
              <p:nvPr/>
            </p:nvSpPr>
            <p:spPr>
              <a:xfrm>
                <a:off x="508773" y="4087488"/>
                <a:ext cx="911912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58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40F519CC-1084-811F-449E-31E629F12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1376" y="3048042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ED8D8815-F263-94BB-C725-7AF458FC0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5861746" y="3417159"/>
              <a:ext cx="591213" cy="658107"/>
            </a:xfrm>
            <a:prstGeom prst="rect">
              <a:avLst/>
            </a:prstGeom>
          </p:spPr>
        </p:pic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31692D0C-E747-085D-577B-EB6B3304C261}"/>
                </a:ext>
              </a:extLst>
            </p:cNvPr>
            <p:cNvSpPr/>
            <p:nvPr/>
          </p:nvSpPr>
          <p:spPr>
            <a:xfrm>
              <a:off x="6064367" y="4125525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9BD3F35B-3A1A-95B8-2D27-AC6D377119EE}"/>
                </a:ext>
              </a:extLst>
            </p:cNvPr>
            <p:cNvSpPr/>
            <p:nvPr/>
          </p:nvSpPr>
          <p:spPr>
            <a:xfrm>
              <a:off x="6063263" y="3187867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329FFA9-2366-48F9-7DD6-E473E76C79D6}"/>
                </a:ext>
              </a:extLst>
            </p:cNvPr>
            <p:cNvSpPr/>
            <p:nvPr/>
          </p:nvSpPr>
          <p:spPr>
            <a:xfrm>
              <a:off x="981642" y="2719550"/>
              <a:ext cx="778391" cy="3951115"/>
            </a:xfrm>
            <a:prstGeom prst="rect">
              <a:avLst/>
            </a:prstGeom>
            <a:noFill/>
            <a:ln w="38100">
              <a:solidFill>
                <a:srgbClr val="9D217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D24B0C96-08E2-610A-B7D1-A0564327F1ED}"/>
                </a:ext>
              </a:extLst>
            </p:cNvPr>
            <p:cNvSpPr/>
            <p:nvPr/>
          </p:nvSpPr>
          <p:spPr>
            <a:xfrm>
              <a:off x="856863" y="2382106"/>
              <a:ext cx="903170" cy="246264"/>
            </a:xfrm>
            <a:prstGeom prst="roundRect">
              <a:avLst>
                <a:gd name="adj" fmla="val 50000"/>
              </a:avLst>
            </a:prstGeom>
            <a:solidFill>
              <a:srgbClr val="9D21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1DBC381-3D0C-A297-85F6-81ABF2F759A1}"/>
                </a:ext>
              </a:extLst>
            </p:cNvPr>
            <p:cNvSpPr txBox="1"/>
            <p:nvPr/>
          </p:nvSpPr>
          <p:spPr>
            <a:xfrm>
              <a:off x="780903" y="2357240"/>
              <a:ext cx="1062846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3140-05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61" name="Retângulo 260">
              <a:extLst>
                <a:ext uri="{FF2B5EF4-FFF2-40B4-BE49-F238E27FC236}">
                  <a16:creationId xmlns:a16="http://schemas.microsoft.com/office/drawing/2014/main" id="{10445B70-929F-EF7E-7809-7CADB79DFE6D}"/>
                </a:ext>
              </a:extLst>
            </p:cNvPr>
            <p:cNvSpPr/>
            <p:nvPr/>
          </p:nvSpPr>
          <p:spPr>
            <a:xfrm>
              <a:off x="6685894" y="5501300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62" name="Imagem 261">
              <a:extLst>
                <a:ext uri="{FF2B5EF4-FFF2-40B4-BE49-F238E27FC236}">
                  <a16:creationId xmlns:a16="http://schemas.microsoft.com/office/drawing/2014/main" id="{C623F91D-AF85-4D0F-F1A1-46003D1EF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6408964" y="4953828"/>
              <a:ext cx="736063" cy="647812"/>
            </a:xfrm>
            <a:prstGeom prst="rect">
              <a:avLst/>
            </a:prstGeom>
          </p:spPr>
        </p:pic>
        <p:cxnSp>
          <p:nvCxnSpPr>
            <p:cNvPr id="263" name="Conector reto 262">
              <a:extLst>
                <a:ext uri="{FF2B5EF4-FFF2-40B4-BE49-F238E27FC236}">
                  <a16:creationId xmlns:a16="http://schemas.microsoft.com/office/drawing/2014/main" id="{667C1814-E1B6-FDBF-B95F-47885539A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625" y="3976689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4" name="Agrupar 263">
              <a:extLst>
                <a:ext uri="{FF2B5EF4-FFF2-40B4-BE49-F238E27FC236}">
                  <a16:creationId xmlns:a16="http://schemas.microsoft.com/office/drawing/2014/main" id="{3700A6CF-161A-5D00-4F33-FC66ACFC6885}"/>
                </a:ext>
              </a:extLst>
            </p:cNvPr>
            <p:cNvGrpSpPr/>
            <p:nvPr/>
          </p:nvGrpSpPr>
          <p:grpSpPr>
            <a:xfrm>
              <a:off x="6535953" y="4451753"/>
              <a:ext cx="579604" cy="585055"/>
              <a:chOff x="342415" y="3557834"/>
              <a:chExt cx="1220448" cy="1235952"/>
            </a:xfrm>
          </p:grpSpPr>
          <p:sp>
            <p:nvSpPr>
              <p:cNvPr id="265" name="Retângulo 264">
                <a:extLst>
                  <a:ext uri="{FF2B5EF4-FFF2-40B4-BE49-F238E27FC236}">
                    <a16:creationId xmlns:a16="http://schemas.microsoft.com/office/drawing/2014/main" id="{CCBC70F3-ACB6-8C03-1164-C80F57CFDD8C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6" name="Trapezoide 265">
                <a:extLst>
                  <a:ext uri="{FF2B5EF4-FFF2-40B4-BE49-F238E27FC236}">
                    <a16:creationId xmlns:a16="http://schemas.microsoft.com/office/drawing/2014/main" id="{2F7557D4-D9CC-573B-8E0B-806A70C46BD3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7" name="Retângulo 266">
                <a:extLst>
                  <a:ext uri="{FF2B5EF4-FFF2-40B4-BE49-F238E27FC236}">
                    <a16:creationId xmlns:a16="http://schemas.microsoft.com/office/drawing/2014/main" id="{A3DD5000-48D0-5447-81F6-7EDB0C3AF3D5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68" name="CaixaDeTexto 267">
                <a:extLst>
                  <a:ext uri="{FF2B5EF4-FFF2-40B4-BE49-F238E27FC236}">
                    <a16:creationId xmlns:a16="http://schemas.microsoft.com/office/drawing/2014/main" id="{9FE355A3-DA24-B7F5-9D93-51B12B04C2A4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69" name="CaixaDeTexto 268">
                <a:extLst>
                  <a:ext uri="{FF2B5EF4-FFF2-40B4-BE49-F238E27FC236}">
                    <a16:creationId xmlns:a16="http://schemas.microsoft.com/office/drawing/2014/main" id="{BF7564D4-13AB-71F4-2589-6661A1449B25}"/>
                  </a:ext>
                </a:extLst>
              </p:cNvPr>
              <p:cNvSpPr txBox="1"/>
              <p:nvPr/>
            </p:nvSpPr>
            <p:spPr>
              <a:xfrm>
                <a:off x="537064" y="4087788"/>
                <a:ext cx="855325" cy="705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86" dirty="0">
                    <a:latin typeface="Manrope ExtraBold" pitchFamily="2" charset="0"/>
                  </a:rPr>
                  <a:t>N° 59</a:t>
                </a:r>
              </a:p>
            </p:txBody>
          </p:sp>
        </p:grpSp>
        <p:cxnSp>
          <p:nvCxnSpPr>
            <p:cNvPr id="270" name="Conector reto 269">
              <a:extLst>
                <a:ext uri="{FF2B5EF4-FFF2-40B4-BE49-F238E27FC236}">
                  <a16:creationId xmlns:a16="http://schemas.microsoft.com/office/drawing/2014/main" id="{7D10C5E3-2460-858A-3FA1-D8471099F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496" y="3055407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1" name="Imagem 270">
              <a:extLst>
                <a:ext uri="{FF2B5EF4-FFF2-40B4-BE49-F238E27FC236}">
                  <a16:creationId xmlns:a16="http://schemas.microsoft.com/office/drawing/2014/main" id="{10912BE7-B85D-F1CD-9FB5-9B70BC1EC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6549347" y="3424524"/>
              <a:ext cx="591213" cy="658107"/>
            </a:xfrm>
            <a:prstGeom prst="rect">
              <a:avLst/>
            </a:prstGeom>
          </p:spPr>
        </p:pic>
        <p:sp>
          <p:nvSpPr>
            <p:cNvPr id="272" name="Elipse 271">
              <a:extLst>
                <a:ext uri="{FF2B5EF4-FFF2-40B4-BE49-F238E27FC236}">
                  <a16:creationId xmlns:a16="http://schemas.microsoft.com/office/drawing/2014/main" id="{7E89E80A-2CFE-67BC-04D2-7E0D97026168}"/>
                </a:ext>
              </a:extLst>
            </p:cNvPr>
            <p:cNvSpPr/>
            <p:nvPr/>
          </p:nvSpPr>
          <p:spPr>
            <a:xfrm>
              <a:off x="6759451" y="413289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3" name="Elipse 272">
              <a:extLst>
                <a:ext uri="{FF2B5EF4-FFF2-40B4-BE49-F238E27FC236}">
                  <a16:creationId xmlns:a16="http://schemas.microsoft.com/office/drawing/2014/main" id="{D8E07718-9881-80B9-DB8F-730A5C3FC194}"/>
                </a:ext>
              </a:extLst>
            </p:cNvPr>
            <p:cNvSpPr/>
            <p:nvPr/>
          </p:nvSpPr>
          <p:spPr>
            <a:xfrm>
              <a:off x="6743383" y="319523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74" name="Retângulo 273">
              <a:extLst>
                <a:ext uri="{FF2B5EF4-FFF2-40B4-BE49-F238E27FC236}">
                  <a16:creationId xmlns:a16="http://schemas.microsoft.com/office/drawing/2014/main" id="{1DEA3B63-CB12-E321-91EB-2331592F8400}"/>
                </a:ext>
              </a:extLst>
            </p:cNvPr>
            <p:cNvSpPr/>
            <p:nvPr/>
          </p:nvSpPr>
          <p:spPr>
            <a:xfrm>
              <a:off x="7448596" y="5501300"/>
              <a:ext cx="233453" cy="1104541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75" name="Imagem 274">
              <a:extLst>
                <a:ext uri="{FF2B5EF4-FFF2-40B4-BE49-F238E27FC236}">
                  <a16:creationId xmlns:a16="http://schemas.microsoft.com/office/drawing/2014/main" id="{D19CF442-01B0-A6B9-2943-3CC1A4450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171666" y="4953828"/>
              <a:ext cx="736063" cy="647812"/>
            </a:xfrm>
            <a:prstGeom prst="rect">
              <a:avLst/>
            </a:prstGeom>
          </p:spPr>
        </p:pic>
        <p:cxnSp>
          <p:nvCxnSpPr>
            <p:cNvPr id="276" name="Conector reto 275">
              <a:extLst>
                <a:ext uri="{FF2B5EF4-FFF2-40B4-BE49-F238E27FC236}">
                  <a16:creationId xmlns:a16="http://schemas.microsoft.com/office/drawing/2014/main" id="{4F65FC6C-83D1-88F6-4426-D787766774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364" y="3976689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" name="Agrupar 276">
              <a:extLst>
                <a:ext uri="{FF2B5EF4-FFF2-40B4-BE49-F238E27FC236}">
                  <a16:creationId xmlns:a16="http://schemas.microsoft.com/office/drawing/2014/main" id="{C41B47A2-0C42-6FD3-5C2D-96105877C03A}"/>
                </a:ext>
              </a:extLst>
            </p:cNvPr>
            <p:cNvGrpSpPr/>
            <p:nvPr/>
          </p:nvGrpSpPr>
          <p:grpSpPr>
            <a:xfrm>
              <a:off x="7298654" y="4451753"/>
              <a:ext cx="579604" cy="599477"/>
              <a:chOff x="342415" y="3557834"/>
              <a:chExt cx="1220448" cy="1266419"/>
            </a:xfrm>
          </p:grpSpPr>
          <p:sp>
            <p:nvSpPr>
              <p:cNvPr id="278" name="Retângulo 277">
                <a:extLst>
                  <a:ext uri="{FF2B5EF4-FFF2-40B4-BE49-F238E27FC236}">
                    <a16:creationId xmlns:a16="http://schemas.microsoft.com/office/drawing/2014/main" id="{9E6D6F42-E6B4-EDA5-D477-390FAA8F0A12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79" name="Trapezoide 278">
                <a:extLst>
                  <a:ext uri="{FF2B5EF4-FFF2-40B4-BE49-F238E27FC236}">
                    <a16:creationId xmlns:a16="http://schemas.microsoft.com/office/drawing/2014/main" id="{DA72CF8C-4F36-B5C2-CBC4-8028AC85213B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0" name="Retângulo 279">
                <a:extLst>
                  <a:ext uri="{FF2B5EF4-FFF2-40B4-BE49-F238E27FC236}">
                    <a16:creationId xmlns:a16="http://schemas.microsoft.com/office/drawing/2014/main" id="{DA1A45F0-4FDE-88FC-D171-BB272347952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81" name="CaixaDeTexto 280">
                <a:extLst>
                  <a:ext uri="{FF2B5EF4-FFF2-40B4-BE49-F238E27FC236}">
                    <a16:creationId xmlns:a16="http://schemas.microsoft.com/office/drawing/2014/main" id="{5573ED8F-2D5E-0B32-ABB2-414C4841CE95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  <a:endParaRPr lang="pt-BR" sz="786" dirty="0">
                  <a:latin typeface="Manrope ExtraBold" pitchFamily="2" charset="0"/>
                </a:endParaRPr>
              </a:p>
            </p:txBody>
          </p:sp>
          <p:sp>
            <p:nvSpPr>
              <p:cNvPr id="282" name="CaixaDeTexto 281">
                <a:extLst>
                  <a:ext uri="{FF2B5EF4-FFF2-40B4-BE49-F238E27FC236}">
                    <a16:creationId xmlns:a16="http://schemas.microsoft.com/office/drawing/2014/main" id="{7158E8F1-59A7-A2B7-E27A-A46153E50F33}"/>
                  </a:ext>
                </a:extLst>
              </p:cNvPr>
              <p:cNvSpPr txBox="1"/>
              <p:nvPr/>
            </p:nvSpPr>
            <p:spPr>
              <a:xfrm>
                <a:off x="496008" y="4071929"/>
                <a:ext cx="942225" cy="752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75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83" name="Conector reto 282">
              <a:extLst>
                <a:ext uri="{FF2B5EF4-FFF2-40B4-BE49-F238E27FC236}">
                  <a16:creationId xmlns:a16="http://schemas.microsoft.com/office/drawing/2014/main" id="{B1C02C2C-D298-E592-5CD6-C2BF15263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4197" y="3055407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4" name="Imagem 283">
              <a:extLst>
                <a:ext uri="{FF2B5EF4-FFF2-40B4-BE49-F238E27FC236}">
                  <a16:creationId xmlns:a16="http://schemas.microsoft.com/office/drawing/2014/main" id="{988A103E-6AA5-351C-935C-C17389ECD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304568" y="3424524"/>
              <a:ext cx="591213" cy="658107"/>
            </a:xfrm>
            <a:prstGeom prst="rect">
              <a:avLst/>
            </a:prstGeom>
          </p:spPr>
        </p:pic>
        <p:sp>
          <p:nvSpPr>
            <p:cNvPr id="285" name="Elipse 284">
              <a:extLst>
                <a:ext uri="{FF2B5EF4-FFF2-40B4-BE49-F238E27FC236}">
                  <a16:creationId xmlns:a16="http://schemas.microsoft.com/office/drawing/2014/main" id="{DA8B6923-71DD-AD19-3CD5-93FDB02FAD72}"/>
                </a:ext>
              </a:extLst>
            </p:cNvPr>
            <p:cNvSpPr/>
            <p:nvPr/>
          </p:nvSpPr>
          <p:spPr>
            <a:xfrm>
              <a:off x="7507188" y="4132890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6" name="Elipse 285">
              <a:extLst>
                <a:ext uri="{FF2B5EF4-FFF2-40B4-BE49-F238E27FC236}">
                  <a16:creationId xmlns:a16="http://schemas.microsoft.com/office/drawing/2014/main" id="{61BB5B8C-B9DD-F94E-35E6-25C1D6C8DB7A}"/>
                </a:ext>
              </a:extLst>
            </p:cNvPr>
            <p:cNvSpPr/>
            <p:nvPr/>
          </p:nvSpPr>
          <p:spPr>
            <a:xfrm>
              <a:off x="7506084" y="319523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FF947F51-B07F-E3AD-C8AE-024401E5E2D7}"/>
                </a:ext>
              </a:extLst>
            </p:cNvPr>
            <p:cNvSpPr/>
            <p:nvPr/>
          </p:nvSpPr>
          <p:spPr>
            <a:xfrm>
              <a:off x="8707156" y="5502971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8" name="Imagem 287">
              <a:extLst>
                <a:ext uri="{FF2B5EF4-FFF2-40B4-BE49-F238E27FC236}">
                  <a16:creationId xmlns:a16="http://schemas.microsoft.com/office/drawing/2014/main" id="{2AE159F7-2004-38F3-E36C-B88D26180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8430226" y="4955500"/>
              <a:ext cx="736063" cy="647812"/>
            </a:xfrm>
            <a:prstGeom prst="rect">
              <a:avLst/>
            </a:prstGeom>
          </p:spPr>
        </p:pic>
        <p:cxnSp>
          <p:nvCxnSpPr>
            <p:cNvPr id="289" name="Conector reto 288">
              <a:extLst>
                <a:ext uri="{FF2B5EF4-FFF2-40B4-BE49-F238E27FC236}">
                  <a16:creationId xmlns:a16="http://schemas.microsoft.com/office/drawing/2014/main" id="{D99079CB-AABA-DA93-15CA-9BF2DC709E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6924" y="3978360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Agrupar 289">
              <a:extLst>
                <a:ext uri="{FF2B5EF4-FFF2-40B4-BE49-F238E27FC236}">
                  <a16:creationId xmlns:a16="http://schemas.microsoft.com/office/drawing/2014/main" id="{BC550201-8A86-4E96-EB15-734625CD493B}"/>
                </a:ext>
              </a:extLst>
            </p:cNvPr>
            <p:cNvGrpSpPr/>
            <p:nvPr/>
          </p:nvGrpSpPr>
          <p:grpSpPr>
            <a:xfrm>
              <a:off x="8557215" y="4453425"/>
              <a:ext cx="579604" cy="568991"/>
              <a:chOff x="342415" y="3557834"/>
              <a:chExt cx="1220448" cy="1202016"/>
            </a:xfrm>
          </p:grpSpPr>
          <p:sp>
            <p:nvSpPr>
              <p:cNvPr id="291" name="Retângulo 290">
                <a:extLst>
                  <a:ext uri="{FF2B5EF4-FFF2-40B4-BE49-F238E27FC236}">
                    <a16:creationId xmlns:a16="http://schemas.microsoft.com/office/drawing/2014/main" id="{ADF7FA28-D323-5AF1-C132-3281A2D7A669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2" name="Trapezoide 291">
                <a:extLst>
                  <a:ext uri="{FF2B5EF4-FFF2-40B4-BE49-F238E27FC236}">
                    <a16:creationId xmlns:a16="http://schemas.microsoft.com/office/drawing/2014/main" id="{C34FAE30-DE4D-8DBF-1D00-78D047658E8F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3" name="Retângulo 292">
                <a:extLst>
                  <a:ext uri="{FF2B5EF4-FFF2-40B4-BE49-F238E27FC236}">
                    <a16:creationId xmlns:a16="http://schemas.microsoft.com/office/drawing/2014/main" id="{57FD5D66-3ED6-E6CF-1728-0D3F5456FAEC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294" name="CaixaDeTexto 293">
                <a:extLst>
                  <a:ext uri="{FF2B5EF4-FFF2-40B4-BE49-F238E27FC236}">
                    <a16:creationId xmlns:a16="http://schemas.microsoft.com/office/drawing/2014/main" id="{C1E0845E-6683-57BB-F106-A978A08E82E5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295" name="CaixaDeTexto 294">
                <a:extLst>
                  <a:ext uri="{FF2B5EF4-FFF2-40B4-BE49-F238E27FC236}">
                    <a16:creationId xmlns:a16="http://schemas.microsoft.com/office/drawing/2014/main" id="{FD21811B-3EBD-D649-E8B2-0F6B07490FF8}"/>
                  </a:ext>
                </a:extLst>
              </p:cNvPr>
              <p:cNvSpPr txBox="1"/>
              <p:nvPr/>
            </p:nvSpPr>
            <p:spPr>
              <a:xfrm>
                <a:off x="431196" y="4068399"/>
                <a:ext cx="1087461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76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296" name="Conector reto 295">
              <a:extLst>
                <a:ext uri="{FF2B5EF4-FFF2-40B4-BE49-F238E27FC236}">
                  <a16:creationId xmlns:a16="http://schemas.microsoft.com/office/drawing/2014/main" id="{1C856B61-CEE5-D2AB-C5BA-CD9BEB63CF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758" y="305707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97" name="Imagem 296">
              <a:extLst>
                <a:ext uri="{FF2B5EF4-FFF2-40B4-BE49-F238E27FC236}">
                  <a16:creationId xmlns:a16="http://schemas.microsoft.com/office/drawing/2014/main" id="{08E788A7-E8A6-E1E4-52B8-335EA0E20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8563128" y="3426195"/>
              <a:ext cx="591213" cy="658107"/>
            </a:xfrm>
            <a:prstGeom prst="rect">
              <a:avLst/>
            </a:prstGeom>
          </p:spPr>
        </p:pic>
        <p:sp>
          <p:nvSpPr>
            <p:cNvPr id="298" name="Elipse 297">
              <a:extLst>
                <a:ext uri="{FF2B5EF4-FFF2-40B4-BE49-F238E27FC236}">
                  <a16:creationId xmlns:a16="http://schemas.microsoft.com/office/drawing/2014/main" id="{6384F19D-91D3-C2CA-2464-864B15E94255}"/>
                </a:ext>
              </a:extLst>
            </p:cNvPr>
            <p:cNvSpPr/>
            <p:nvPr/>
          </p:nvSpPr>
          <p:spPr>
            <a:xfrm>
              <a:off x="8765749" y="413456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299" name="Elipse 298">
              <a:extLst>
                <a:ext uri="{FF2B5EF4-FFF2-40B4-BE49-F238E27FC236}">
                  <a16:creationId xmlns:a16="http://schemas.microsoft.com/office/drawing/2014/main" id="{DA6D6372-29C9-9151-F7A9-82C8C8BEC816}"/>
                </a:ext>
              </a:extLst>
            </p:cNvPr>
            <p:cNvSpPr/>
            <p:nvPr/>
          </p:nvSpPr>
          <p:spPr>
            <a:xfrm>
              <a:off x="8764645" y="319690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2" name="Retângulo 301">
              <a:extLst>
                <a:ext uri="{FF2B5EF4-FFF2-40B4-BE49-F238E27FC236}">
                  <a16:creationId xmlns:a16="http://schemas.microsoft.com/office/drawing/2014/main" id="{003DD3E5-5A96-6326-BAA7-9C73CFB1C260}"/>
                </a:ext>
              </a:extLst>
            </p:cNvPr>
            <p:cNvSpPr/>
            <p:nvPr/>
          </p:nvSpPr>
          <p:spPr>
            <a:xfrm>
              <a:off x="1837645" y="2705574"/>
              <a:ext cx="811238" cy="3951115"/>
            </a:xfrm>
            <a:prstGeom prst="rect">
              <a:avLst/>
            </a:prstGeom>
            <a:noFill/>
            <a:ln w="38100">
              <a:solidFill>
                <a:srgbClr val="0074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4" name="Retângulo: Cantos Arredondados 303">
              <a:extLst>
                <a:ext uri="{FF2B5EF4-FFF2-40B4-BE49-F238E27FC236}">
                  <a16:creationId xmlns:a16="http://schemas.microsoft.com/office/drawing/2014/main" id="{C7D7C0E5-3F1F-5FC3-2EBD-4F4F2FBE7168}"/>
                </a:ext>
              </a:extLst>
            </p:cNvPr>
            <p:cNvSpPr/>
            <p:nvPr/>
          </p:nvSpPr>
          <p:spPr>
            <a:xfrm>
              <a:off x="1829464" y="2380814"/>
              <a:ext cx="831417" cy="246264"/>
            </a:xfrm>
            <a:prstGeom prst="roundRect">
              <a:avLst>
                <a:gd name="adj" fmla="val 50000"/>
              </a:avLst>
            </a:prstGeom>
            <a:solidFill>
              <a:srgbClr val="0074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05" name="CaixaDeTexto 304">
              <a:extLst>
                <a:ext uri="{FF2B5EF4-FFF2-40B4-BE49-F238E27FC236}">
                  <a16:creationId xmlns:a16="http://schemas.microsoft.com/office/drawing/2014/main" id="{9AD383C7-21F4-9B13-3C26-74D16A9997D6}"/>
                </a:ext>
              </a:extLst>
            </p:cNvPr>
            <p:cNvSpPr txBox="1"/>
            <p:nvPr/>
          </p:nvSpPr>
          <p:spPr>
            <a:xfrm>
              <a:off x="1809367" y="2360375"/>
              <a:ext cx="860574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3140-06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0DCB70A3-4B39-1792-B423-22EFB57F91C5}"/>
                </a:ext>
              </a:extLst>
            </p:cNvPr>
            <p:cNvSpPr/>
            <p:nvPr/>
          </p:nvSpPr>
          <p:spPr>
            <a:xfrm>
              <a:off x="2750037" y="2705574"/>
              <a:ext cx="727063" cy="3951115"/>
            </a:xfrm>
            <a:prstGeom prst="rect">
              <a:avLst/>
            </a:prstGeom>
            <a:noFill/>
            <a:ln w="38100">
              <a:solidFill>
                <a:srgbClr val="DCE137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62CE07BE-1676-BC34-B34D-08E07889B084}"/>
                </a:ext>
              </a:extLst>
            </p:cNvPr>
            <p:cNvSpPr/>
            <p:nvPr/>
          </p:nvSpPr>
          <p:spPr>
            <a:xfrm>
              <a:off x="2695238" y="2374807"/>
              <a:ext cx="845432" cy="266421"/>
            </a:xfrm>
            <a:prstGeom prst="roundRect">
              <a:avLst>
                <a:gd name="adj" fmla="val 50000"/>
              </a:avLst>
            </a:prstGeom>
            <a:solidFill>
              <a:srgbClr val="DCE1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797CF5A4-6473-0131-B228-A242AE74F33E}"/>
                </a:ext>
              </a:extLst>
            </p:cNvPr>
            <p:cNvSpPr txBox="1"/>
            <p:nvPr/>
          </p:nvSpPr>
          <p:spPr>
            <a:xfrm>
              <a:off x="2708627" y="2360185"/>
              <a:ext cx="832043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3140-07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474B0027-0A7D-34DA-5D87-C94B0BABA246}"/>
                </a:ext>
              </a:extLst>
            </p:cNvPr>
            <p:cNvSpPr/>
            <p:nvPr/>
          </p:nvSpPr>
          <p:spPr>
            <a:xfrm>
              <a:off x="3576411" y="2719550"/>
              <a:ext cx="727063" cy="3951115"/>
            </a:xfrm>
            <a:prstGeom prst="rect">
              <a:avLst/>
            </a:prstGeom>
            <a:noFill/>
            <a:ln w="38100">
              <a:solidFill>
                <a:srgbClr val="F37A1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0311A63-D0E3-C40B-848E-2C850CEB7986}"/>
                </a:ext>
              </a:extLst>
            </p:cNvPr>
            <p:cNvSpPr/>
            <p:nvPr/>
          </p:nvSpPr>
          <p:spPr>
            <a:xfrm>
              <a:off x="3538678" y="2390587"/>
              <a:ext cx="802713" cy="266421"/>
            </a:xfrm>
            <a:prstGeom prst="roundRect">
              <a:avLst>
                <a:gd name="adj" fmla="val 50000"/>
              </a:avLst>
            </a:prstGeom>
            <a:solidFill>
              <a:srgbClr val="F37A1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1453FFC2-C513-ACEA-7A55-C6E2AFCCF97B}"/>
                </a:ext>
              </a:extLst>
            </p:cNvPr>
            <p:cNvSpPr txBox="1"/>
            <p:nvPr/>
          </p:nvSpPr>
          <p:spPr>
            <a:xfrm>
              <a:off x="3502821" y="2376918"/>
              <a:ext cx="863960" cy="532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3130-08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0398EF27-3549-3EA4-FA06-B9C5D63D017B}"/>
                </a:ext>
              </a:extLst>
            </p:cNvPr>
            <p:cNvSpPr/>
            <p:nvPr/>
          </p:nvSpPr>
          <p:spPr>
            <a:xfrm>
              <a:off x="8089755" y="5502971"/>
              <a:ext cx="233453" cy="1102869"/>
            </a:xfrm>
            <a:prstGeom prst="rect">
              <a:avLst/>
            </a:prstGeom>
            <a:solidFill>
              <a:srgbClr val="E92B2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659D1ADE-04F1-0640-C9B3-60FC41546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3" t="13744" r="20463" b="17200"/>
            <a:stretch>
              <a:fillRect/>
            </a:stretch>
          </p:blipFill>
          <p:spPr>
            <a:xfrm>
              <a:off x="7812824" y="4955500"/>
              <a:ext cx="736063" cy="647812"/>
            </a:xfrm>
            <a:prstGeom prst="rect">
              <a:avLst/>
            </a:prstGeom>
          </p:spPr>
        </p:pic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7D27D2A0-54BE-A5C1-1404-B1B146D61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9522" y="3978360"/>
              <a:ext cx="678" cy="104544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E2BAFC6-850D-70DD-3DFB-BCB7CB78F57C}"/>
                </a:ext>
              </a:extLst>
            </p:cNvPr>
            <p:cNvGrpSpPr/>
            <p:nvPr/>
          </p:nvGrpSpPr>
          <p:grpSpPr>
            <a:xfrm>
              <a:off x="7939814" y="4453425"/>
              <a:ext cx="579604" cy="568991"/>
              <a:chOff x="342415" y="3557834"/>
              <a:chExt cx="1220448" cy="1202016"/>
            </a:xfrm>
          </p:grpSpPr>
          <p:sp>
            <p:nvSpPr>
              <p:cNvPr id="31" name="Retângulo 30">
                <a:extLst>
                  <a:ext uri="{FF2B5EF4-FFF2-40B4-BE49-F238E27FC236}">
                    <a16:creationId xmlns:a16="http://schemas.microsoft.com/office/drawing/2014/main" id="{796B5B71-5062-CCF9-0CA7-D36A5D6CA31F}"/>
                  </a:ext>
                </a:extLst>
              </p:cNvPr>
              <p:cNvSpPr/>
              <p:nvPr/>
            </p:nvSpPr>
            <p:spPr>
              <a:xfrm>
                <a:off x="488443" y="3557834"/>
                <a:ext cx="928395" cy="1089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2" name="Trapezoide 31">
                <a:extLst>
                  <a:ext uri="{FF2B5EF4-FFF2-40B4-BE49-F238E27FC236}">
                    <a16:creationId xmlns:a16="http://schemas.microsoft.com/office/drawing/2014/main" id="{1A9BEC83-EC90-D818-CC40-AFCB48E785FE}"/>
                  </a:ext>
                </a:extLst>
              </p:cNvPr>
              <p:cNvSpPr/>
              <p:nvPr/>
            </p:nvSpPr>
            <p:spPr>
              <a:xfrm rot="10800000">
                <a:off x="488443" y="4647433"/>
                <a:ext cx="928394" cy="112417"/>
              </a:xfrm>
              <a:prstGeom prst="trapezoid">
                <a:avLst/>
              </a:prstGeom>
              <a:solidFill>
                <a:srgbClr val="E2E2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3" name="Retângulo 32">
                <a:extLst>
                  <a:ext uri="{FF2B5EF4-FFF2-40B4-BE49-F238E27FC236}">
                    <a16:creationId xmlns:a16="http://schemas.microsoft.com/office/drawing/2014/main" id="{1A727A4A-D6CC-6E66-D8A1-376A1D0D0454}"/>
                  </a:ext>
                </a:extLst>
              </p:cNvPr>
              <p:cNvSpPr/>
              <p:nvPr/>
            </p:nvSpPr>
            <p:spPr>
              <a:xfrm>
                <a:off x="488443" y="3565328"/>
                <a:ext cx="928394" cy="355727"/>
              </a:xfrm>
              <a:prstGeom prst="rect">
                <a:avLst/>
              </a:prstGeom>
              <a:solidFill>
                <a:srgbClr val="FDFBA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62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A07324F6-F4A2-8B30-8BAB-14A90B12AD5B}"/>
                  </a:ext>
                </a:extLst>
              </p:cNvPr>
              <p:cNvSpPr txBox="1"/>
              <p:nvPr/>
            </p:nvSpPr>
            <p:spPr>
              <a:xfrm>
                <a:off x="342415" y="3590439"/>
                <a:ext cx="1220448" cy="659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714" dirty="0">
                    <a:latin typeface="Manrope ExtraBold" pitchFamily="2" charset="0"/>
                  </a:rPr>
                  <a:t>ATENÇÃO</a:t>
                </a:r>
              </a:p>
            </p:txBody>
          </p: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435C66C7-80F0-1421-F06B-1B30C7653145}"/>
                  </a:ext>
                </a:extLst>
              </p:cNvPr>
              <p:cNvSpPr txBox="1"/>
              <p:nvPr/>
            </p:nvSpPr>
            <p:spPr>
              <a:xfrm>
                <a:off x="431196" y="4068399"/>
                <a:ext cx="1087461" cy="47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57" dirty="0">
                    <a:latin typeface="Manrope ExtraBold" pitchFamily="2" charset="0"/>
                  </a:rPr>
                  <a:t>N° 60</a:t>
                </a:r>
                <a:endParaRPr lang="pt-BR" sz="1000" dirty="0">
                  <a:latin typeface="Manrope ExtraBold" pitchFamily="2" charset="0"/>
                </a:endParaRPr>
              </a:p>
            </p:txBody>
          </p:sp>
        </p:grpSp>
        <p:cxnSp>
          <p:nvCxnSpPr>
            <p:cNvPr id="36" name="Conector reto 35">
              <a:extLst>
                <a:ext uri="{FF2B5EF4-FFF2-40B4-BE49-F238E27FC236}">
                  <a16:creationId xmlns:a16="http://schemas.microsoft.com/office/drawing/2014/main" id="{228D584A-A61D-284A-2738-0D01CA8FF5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5357" y="3057079"/>
              <a:ext cx="4069" cy="80655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EBEE0FC9-4682-315D-BF18-0B8A367D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2" t="10351" r="25853" b="13860"/>
            <a:stretch>
              <a:fillRect/>
            </a:stretch>
          </p:blipFill>
          <p:spPr>
            <a:xfrm>
              <a:off x="7945726" y="3426195"/>
              <a:ext cx="591213" cy="658107"/>
            </a:xfrm>
            <a:prstGeom prst="rect">
              <a:avLst/>
            </a:prstGeom>
          </p:spPr>
        </p:pic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D7E52D6A-5B3B-F1D6-C4F0-2AD89FDECEBE}"/>
                </a:ext>
              </a:extLst>
            </p:cNvPr>
            <p:cNvSpPr/>
            <p:nvPr/>
          </p:nvSpPr>
          <p:spPr>
            <a:xfrm>
              <a:off x="8148348" y="4134562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D572650E-A99C-585D-1095-28814A3B7CF6}"/>
                </a:ext>
              </a:extLst>
            </p:cNvPr>
            <p:cNvSpPr/>
            <p:nvPr/>
          </p:nvSpPr>
          <p:spPr>
            <a:xfrm>
              <a:off x="8147243" y="3196904"/>
              <a:ext cx="180099" cy="18398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72C39845-5271-5AF4-BF1C-26D157D0D90F}"/>
                </a:ext>
              </a:extLst>
            </p:cNvPr>
            <p:cNvSpPr/>
            <p:nvPr/>
          </p:nvSpPr>
          <p:spPr>
            <a:xfrm>
              <a:off x="4366434" y="2726220"/>
              <a:ext cx="3541294" cy="3951115"/>
            </a:xfrm>
            <a:prstGeom prst="rect">
              <a:avLst/>
            </a:prstGeom>
            <a:noFill/>
            <a:ln w="38100">
              <a:solidFill>
                <a:srgbClr val="FF339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635CFB06-7851-1CB3-2AA4-2776B722CF8C}"/>
                </a:ext>
              </a:extLst>
            </p:cNvPr>
            <p:cNvSpPr/>
            <p:nvPr/>
          </p:nvSpPr>
          <p:spPr>
            <a:xfrm>
              <a:off x="7958978" y="2719550"/>
              <a:ext cx="1210108" cy="3951115"/>
            </a:xfrm>
            <a:prstGeom prst="rect">
              <a:avLst/>
            </a:prstGeom>
            <a:noFill/>
            <a:ln w="38100">
              <a:solidFill>
                <a:srgbClr val="FFCC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6" name="Retângulo: Cantos Arredondados 45">
              <a:extLst>
                <a:ext uri="{FF2B5EF4-FFF2-40B4-BE49-F238E27FC236}">
                  <a16:creationId xmlns:a16="http://schemas.microsoft.com/office/drawing/2014/main" id="{F65F2DB2-0119-8C94-098A-EFA85F51F229}"/>
                </a:ext>
              </a:extLst>
            </p:cNvPr>
            <p:cNvSpPr/>
            <p:nvPr/>
          </p:nvSpPr>
          <p:spPr>
            <a:xfrm>
              <a:off x="5864755" y="2391457"/>
              <a:ext cx="896601" cy="266421"/>
            </a:xfrm>
            <a:prstGeom prst="roundRect">
              <a:avLst>
                <a:gd name="adj" fmla="val 50000"/>
              </a:avLst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2A7EB69C-5E2A-42E8-9718-9EF8E35C7912}"/>
                </a:ext>
              </a:extLst>
            </p:cNvPr>
            <p:cNvSpPr txBox="1"/>
            <p:nvPr/>
          </p:nvSpPr>
          <p:spPr>
            <a:xfrm>
              <a:off x="5853670" y="2367558"/>
              <a:ext cx="918771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3340-09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148CA73F-DEE0-6579-5D10-914E7DC2D97C}"/>
                </a:ext>
              </a:extLst>
            </p:cNvPr>
            <p:cNvSpPr/>
            <p:nvPr/>
          </p:nvSpPr>
          <p:spPr>
            <a:xfrm>
              <a:off x="8077860" y="2353013"/>
              <a:ext cx="903170" cy="246264"/>
            </a:xfrm>
            <a:prstGeom prst="roundRect">
              <a:avLst>
                <a:gd name="adj" fmla="val 50000"/>
              </a:avLst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2"/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DA650CA9-4FD9-71DF-33F8-9E0F53BD8B57}"/>
                </a:ext>
              </a:extLst>
            </p:cNvPr>
            <p:cNvSpPr txBox="1"/>
            <p:nvPr/>
          </p:nvSpPr>
          <p:spPr>
            <a:xfrm>
              <a:off x="8052927" y="2335671"/>
              <a:ext cx="938031" cy="312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29" dirty="0">
                  <a:solidFill>
                    <a:schemeClr val="bg1"/>
                  </a:solidFill>
                  <a:latin typeface="Lato Black" panose="020F0A02020204030203" pitchFamily="34" charset="0"/>
                </a:rPr>
                <a:t>3140-05</a:t>
              </a:r>
              <a:endParaRPr lang="pt-BR" sz="2000" dirty="0">
                <a:solidFill>
                  <a:schemeClr val="bg1"/>
                </a:soli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50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1471</TotalTime>
  <Words>639</Words>
  <Application>Microsoft Office PowerPoint</Application>
  <PresentationFormat>Papel A4 (210 x 297 mm)</PresentationFormat>
  <Paragraphs>350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Lato Black</vt:lpstr>
      <vt:lpstr>Manrope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seixas</dc:creator>
  <cp:lastModifiedBy>marcel seixas</cp:lastModifiedBy>
  <cp:revision>3</cp:revision>
  <dcterms:created xsi:type="dcterms:W3CDTF">2026-06-08T14:28:10Z</dcterms:created>
  <dcterms:modified xsi:type="dcterms:W3CDTF">2026-06-22T12:24:30Z</dcterms:modified>
</cp:coreProperties>
</file>